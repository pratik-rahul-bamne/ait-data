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GIF" ContentType="image/gi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removePersonalInfoOnSave="1">
  <p:sldMasterIdLst>
    <p:sldMasterId id="2147483648" r:id="rId1"/>
  </p:sldMasterIdLst>
  <p:notesMasterIdLst>
    <p:notesMasterId r:id="rId18"/>
  </p:notesMasterIdLst>
  <p:handoutMasterIdLst>
    <p:handoutMasterId r:id="rId19"/>
  </p:handoutMasterIdLst>
  <p:sldIdLst>
    <p:sldId id="311" r:id="rId2"/>
    <p:sldId id="304" r:id="rId3"/>
    <p:sldId id="295" r:id="rId4"/>
    <p:sldId id="325" r:id="rId5"/>
    <p:sldId id="312" r:id="rId6"/>
    <p:sldId id="259" r:id="rId7"/>
    <p:sldId id="330" r:id="rId8"/>
    <p:sldId id="331" r:id="rId9"/>
    <p:sldId id="323" r:id="rId10"/>
    <p:sldId id="318" r:id="rId11"/>
    <p:sldId id="319" r:id="rId12"/>
    <p:sldId id="320" r:id="rId13"/>
    <p:sldId id="321" r:id="rId14"/>
    <p:sldId id="327" r:id="rId15"/>
    <p:sldId id="293" r:id="rId16"/>
    <p:sldId id="302" r:id="rId17"/>
  </p:sldIdLst>
  <p:sldSz cx="12198350" cy="6858000"/>
  <p:notesSz cx="6950075" cy="9236075"/>
  <p:defaultTextStyle>
    <a:defPPr>
      <a:defRPr lang="en-IN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EYInterstate Light" pitchFamily="2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EYInterstate Light" pitchFamily="2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EYInterstate Light" pitchFamily="2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EYInterstate Light" pitchFamily="2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EYInterstate Light" pitchFamily="2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EYInterstate Light" pitchFamily="2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EYInterstate Light" pitchFamily="2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EYInterstate Light" pitchFamily="2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EYInterstate Light" pitchFamily="2" charset="0"/>
        <a:ea typeface="+mn-ea"/>
        <a:cs typeface="+mn-cs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uthor" initials="A" lastIdx="0" clrIdx="2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3300"/>
    <a:srgbClr val="FF9900"/>
    <a:srgbClr val="000066"/>
    <a:srgbClr val="FFFFFF"/>
    <a:srgbClr val="C4C4CD"/>
    <a:srgbClr val="747480"/>
    <a:srgbClr val="FFE600"/>
    <a:srgbClr val="2E2E38"/>
    <a:srgbClr val="808080"/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5013" autoAdjust="0"/>
  </p:normalViewPr>
  <p:slideViewPr>
    <p:cSldViewPr snapToGrid="0" snapToObjects="1">
      <p:cViewPr>
        <p:scale>
          <a:sx n="81" d="100"/>
          <a:sy n="81" d="100"/>
        </p:scale>
        <p:origin x="-300" y="-36"/>
      </p:cViewPr>
      <p:guideLst>
        <p:guide orient="horz" pos="2160"/>
        <p:guide pos="3842"/>
      </p:guideLst>
    </p:cSldViewPr>
  </p:slideViewPr>
  <p:notesTextViewPr>
    <p:cViewPr>
      <p:scale>
        <a:sx n="100" d="100"/>
        <a:sy n="100" d="100"/>
      </p:scale>
      <p:origin x="0" y="0"/>
    </p:cViewPr>
  </p:notesTextViewPr>
  <p:notesViewPr>
    <p:cSldViewPr snapToGrid="0" snapToObjects="1">
      <p:cViewPr varScale="1">
        <p:scale>
          <a:sx n="66" d="100"/>
          <a:sy n="66" d="100"/>
        </p:scale>
        <p:origin x="0" y="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commentAuthors" Target="commentAuthor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11488" cy="461963"/>
          </a:xfrm>
          <a:prstGeom prst="rect">
            <a:avLst/>
          </a:prstGeom>
        </p:spPr>
        <p:txBody>
          <a:bodyPr vert="horz" lIns="92492" tIns="46246" rIns="92492" bIns="46246" rtlCol="0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 dirty="0"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937000" y="0"/>
            <a:ext cx="3011488" cy="461963"/>
          </a:xfrm>
          <a:prstGeom prst="rect">
            <a:avLst/>
          </a:prstGeom>
        </p:spPr>
        <p:txBody>
          <a:bodyPr vert="horz" lIns="92492" tIns="46246" rIns="92492" bIns="46246" rtlCol="0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 smtClean="0"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F4B42DA1-7BC4-451D-A2E5-E5EF069D09A5}" type="datetimeFigureOut">
              <a:rPr lang="en-GB"/>
              <a:t>29/06/2023</a:t>
            </a:fld>
            <a:endParaRPr lang="en-GB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772525"/>
            <a:ext cx="3011488" cy="461963"/>
          </a:xfrm>
          <a:prstGeom prst="rect">
            <a:avLst/>
          </a:prstGeom>
        </p:spPr>
        <p:txBody>
          <a:bodyPr vert="horz" lIns="92492" tIns="46246" rIns="92492" bIns="46246" rtlCol="0" anchor="b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 dirty="0"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937000" y="8772525"/>
            <a:ext cx="3011488" cy="461963"/>
          </a:xfrm>
          <a:prstGeom prst="rect">
            <a:avLst/>
          </a:prstGeom>
        </p:spPr>
        <p:txBody>
          <a:bodyPr vert="horz" wrap="square" lIns="92492" tIns="46246" rIns="92492" bIns="46246" numCol="1" anchor="b" anchorCtr="0" compatLnSpc="1"/>
          <a:lstStyle>
            <a:lvl1pPr algn="r" eaLnBrk="1" hangingPunct="1">
              <a:defRPr sz="1200">
                <a:latin typeface="Arial" panose="020B0604020202020204" pitchFamily="34" charset="0"/>
              </a:defRPr>
            </a:lvl1pPr>
          </a:lstStyle>
          <a:p>
            <a:fld id="{E6375AA2-DA28-4F34-B88B-B66F1A3AABDA}" type="slidenum">
              <a:rPr lang="en-GB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6316047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11488" cy="461963"/>
          </a:xfrm>
          <a:prstGeom prst="rect">
            <a:avLst/>
          </a:prstGeom>
        </p:spPr>
        <p:txBody>
          <a:bodyPr vert="horz" lIns="92492" tIns="46246" rIns="92492" bIns="46246" rtlCol="0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 dirty="0"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37000" y="0"/>
            <a:ext cx="3011488" cy="461963"/>
          </a:xfrm>
          <a:prstGeom prst="rect">
            <a:avLst/>
          </a:prstGeom>
        </p:spPr>
        <p:txBody>
          <a:bodyPr vert="horz" lIns="92492" tIns="46246" rIns="92492" bIns="46246" rtlCol="0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 smtClean="0"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DB934C00-C381-44B8-A738-BDB3161D5F2A}" type="datetimeFigureOut">
              <a:rPr lang="en-GB"/>
              <a:t>29/06/2023</a:t>
            </a:fld>
            <a:endParaRPr lang="en-GB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93700" y="692150"/>
            <a:ext cx="6162675" cy="34639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2492" tIns="46246" rIns="92492" bIns="46246" rtlCol="0" anchor="ctr"/>
          <a:lstStyle/>
          <a:p>
            <a:pPr lvl="0"/>
            <a:endParaRPr lang="en-GB" noProof="0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95325" y="4387850"/>
            <a:ext cx="5559425" cy="4156075"/>
          </a:xfrm>
          <a:prstGeom prst="rect">
            <a:avLst/>
          </a:prstGeom>
        </p:spPr>
        <p:txBody>
          <a:bodyPr vert="horz" lIns="92492" tIns="46246" rIns="92492" bIns="46246" rtlCol="0">
            <a:normAutofit/>
          </a:bodyPr>
          <a:lstStyle/>
          <a:p>
            <a:pPr lvl="0"/>
            <a:r>
              <a:rPr lang="en-US" noProof="0" dirty="0"/>
              <a:t>Click to 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  <a:endParaRPr lang="en-GB" noProof="0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772525"/>
            <a:ext cx="3011488" cy="461963"/>
          </a:xfrm>
          <a:prstGeom prst="rect">
            <a:avLst/>
          </a:prstGeom>
        </p:spPr>
        <p:txBody>
          <a:bodyPr vert="horz" lIns="92492" tIns="46246" rIns="92492" bIns="46246" rtlCol="0" anchor="b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 dirty="0"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37000" y="8772525"/>
            <a:ext cx="3011488" cy="461963"/>
          </a:xfrm>
          <a:prstGeom prst="rect">
            <a:avLst/>
          </a:prstGeom>
        </p:spPr>
        <p:txBody>
          <a:bodyPr vert="horz" wrap="square" lIns="92492" tIns="46246" rIns="92492" bIns="46246" numCol="1" anchor="b" anchorCtr="0" compatLnSpc="1"/>
          <a:lstStyle>
            <a:lvl1pPr algn="r" eaLnBrk="1" hangingPunct="1">
              <a:defRPr sz="1200">
                <a:latin typeface="Arial" panose="020B0604020202020204" pitchFamily="34" charset="0"/>
              </a:defRPr>
            </a:lvl1pPr>
          </a:lstStyle>
          <a:p>
            <a:fld id="{FEADED16-A1EB-44BF-810D-253A4D9A846C}" type="slidenum">
              <a:rPr lang="en-GB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93271090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</p:spPr>
      </p:sp>
      <p:sp>
        <p:nvSpPr>
          <p:cNvPr id="30723" name="Notes Placeholder 2"/>
          <p:cNvSpPr>
            <a:spLocks noGrp="1" noChangeArrowheads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/>
          <a:lstStyle/>
          <a:p>
            <a:pPr>
              <a:spcBef>
                <a:spcPct val="0"/>
              </a:spcBef>
            </a:pPr>
            <a:endParaRPr lang="en-IN" smtClean="0">
              <a:latin typeface="Arial" panose="020B0604020202020204" pitchFamily="34" charset="0"/>
            </a:endParaRPr>
          </a:p>
        </p:txBody>
      </p:sp>
      <p:sp>
        <p:nvSpPr>
          <p:cNvPr id="30724" name="Slide Number Placeholder 3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ln>
            <a:miter lim="800000"/>
          </a:ln>
        </p:spPr>
        <p:txBody>
          <a:bodyPr/>
          <a:lstStyle/>
          <a:p>
            <a:fld id="{17C1BE48-03D6-427F-AA62-FFAD74685F93}" type="slidenum">
              <a:rPr lang="en-GB"/>
              <a:t>2</a:t>
            </a:fld>
            <a:endParaRPr lang="en-GB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</p:spPr>
      </p:sp>
      <p:sp>
        <p:nvSpPr>
          <p:cNvPr id="37891" name="Notes Placeholder 2"/>
          <p:cNvSpPr>
            <a:spLocks noGrp="1" noChangeArrowheads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/>
          <a:lstStyle/>
          <a:p>
            <a:pPr>
              <a:spcBef>
                <a:spcPct val="0"/>
              </a:spcBef>
            </a:pPr>
            <a:endParaRPr lang="en-IN" smtClean="0">
              <a:latin typeface="Arial" panose="020B0604020202020204" pitchFamily="34" charset="0"/>
            </a:endParaRPr>
          </a:p>
        </p:txBody>
      </p:sp>
      <p:sp>
        <p:nvSpPr>
          <p:cNvPr id="37892" name="Slide Number Placeholder 3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ln>
            <a:miter lim="800000"/>
          </a:ln>
        </p:spPr>
        <p:txBody>
          <a:bodyPr/>
          <a:lstStyle/>
          <a:p>
            <a:fld id="{004E430C-F7D7-489C-AF72-A2736D3B7E53}" type="slidenum">
              <a:rPr lang="en-GB"/>
              <a:t>4</a:t>
            </a:fld>
            <a:endParaRPr lang="en-GB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</p:spPr>
      </p:sp>
      <p:sp>
        <p:nvSpPr>
          <p:cNvPr id="39939" name="Notes Placeholder 2"/>
          <p:cNvSpPr>
            <a:spLocks noGrp="1" noChangeArrowheads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/>
          <a:lstStyle/>
          <a:p>
            <a:pPr>
              <a:spcBef>
                <a:spcPct val="0"/>
              </a:spcBef>
            </a:pPr>
            <a:endParaRPr lang="en-IN" smtClean="0">
              <a:latin typeface="Arial" panose="020B0604020202020204" pitchFamily="34" charset="0"/>
            </a:endParaRPr>
          </a:p>
        </p:txBody>
      </p:sp>
      <p:sp>
        <p:nvSpPr>
          <p:cNvPr id="39940" name="Slide Number Placeholder 3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ln>
            <a:miter lim="800000"/>
          </a:ln>
        </p:spPr>
        <p:txBody>
          <a:bodyPr/>
          <a:lstStyle/>
          <a:p>
            <a:fld id="{7BBC15DC-1909-4D5E-BCF4-A70383BC64EA}" type="slidenum">
              <a:rPr lang="en-GB"/>
              <a:t>6</a:t>
            </a:fld>
            <a:endParaRPr lang="en-GB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3_Cover alterna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6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1219835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Freeform 5"/>
          <p:cNvSpPr>
            <a:spLocks noChangeAspect="1" noChangeArrowheads="1"/>
          </p:cNvSpPr>
          <p:nvPr/>
        </p:nvSpPr>
        <p:spPr bwMode="gray">
          <a:xfrm rot="10800000">
            <a:off x="620713" y="825500"/>
            <a:ext cx="6011862" cy="3805238"/>
          </a:xfrm>
          <a:prstGeom prst="rect">
            <a:avLst/>
          </a:prstGeom>
          <a:solidFill>
            <a:srgbClr val="0070C0"/>
          </a:solidFill>
          <a:ln w="9525">
            <a:noFill/>
            <a:round/>
          </a:ln>
        </p:spPr>
        <p:txBody>
          <a:bodyPr/>
          <a:lstStyle/>
          <a:p>
            <a:pPr eaLnBrk="1" hangingPunct="1"/>
            <a:endParaRPr lang="en-GB"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pic>
        <p:nvPicPr>
          <p:cNvPr id="6" name="Picture 8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0758488" y="0"/>
            <a:ext cx="1439862" cy="14398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9" name="Title 1"/>
          <p:cNvSpPr>
            <a:spLocks noGrp="1"/>
          </p:cNvSpPr>
          <p:nvPr>
            <p:ph type="ctrTitle"/>
          </p:nvPr>
        </p:nvSpPr>
        <p:spPr>
          <a:xfrm>
            <a:off x="915579" y="1476597"/>
            <a:ext cx="5422755" cy="860400"/>
          </a:xfrm>
        </p:spPr>
        <p:txBody>
          <a:bodyPr/>
          <a:lstStyle>
            <a:lvl1pPr>
              <a:defRPr sz="3000" b="0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 smtClean="0"/>
              <a:t>Click to edit Master title style</a:t>
            </a:r>
            <a:endParaRPr lang="en-GB" dirty="0"/>
          </a:p>
        </p:txBody>
      </p:sp>
      <p:sp>
        <p:nvSpPr>
          <p:cNvPr id="10" name="Subtitle 2"/>
          <p:cNvSpPr>
            <a:spLocks noGrp="1"/>
          </p:cNvSpPr>
          <p:nvPr>
            <p:ph type="subTitle" idx="1"/>
          </p:nvPr>
        </p:nvSpPr>
        <p:spPr>
          <a:xfrm>
            <a:off x="915580" y="2422865"/>
            <a:ext cx="5422755" cy="391225"/>
          </a:xfr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1200"/>
              </a:spcAft>
              <a:buClr>
                <a:schemeClr val="accent2"/>
              </a:buClr>
              <a:buSzPct val="70000"/>
              <a:buFont typeface="Arial" panose="020B0604020202020204" pitchFamily="34" charset="0"/>
              <a:buNone/>
              <a:defRPr sz="1600" b="0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  <a:lvl2pPr marL="0" indent="0" algn="l">
              <a:buNone/>
              <a:defRPr sz="1600">
                <a:solidFill>
                  <a:srgbClr val="404040"/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IN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5"/>
          <p:cNvSpPr>
            <a:spLocks noChangeAspect="1" noChangeArrowheads="1"/>
          </p:cNvSpPr>
          <p:nvPr/>
        </p:nvSpPr>
        <p:spPr bwMode="gray">
          <a:xfrm rot="10800000">
            <a:off x="620713" y="825500"/>
            <a:ext cx="6011862" cy="3805238"/>
          </a:xfrm>
          <a:prstGeom prst="rect">
            <a:avLst/>
          </a:prstGeom>
          <a:solidFill>
            <a:srgbClr val="0070C0"/>
          </a:solidFill>
          <a:ln w="9525">
            <a:noFill/>
            <a:round/>
          </a:ln>
        </p:spPr>
        <p:txBody>
          <a:bodyPr/>
          <a:lstStyle/>
          <a:p>
            <a:pPr eaLnBrk="1" hangingPunct="1"/>
            <a:endParaRPr lang="en-GB"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cxnSp>
        <p:nvCxnSpPr>
          <p:cNvPr id="8" name="Straight Connector 7"/>
          <p:cNvCxnSpPr/>
          <p:nvPr/>
        </p:nvCxnSpPr>
        <p:spPr>
          <a:xfrm>
            <a:off x="1333500" y="5708650"/>
            <a:ext cx="8121650" cy="0"/>
          </a:xfrm>
          <a:prstGeom prst="line">
            <a:avLst/>
          </a:prstGeom>
          <a:ln>
            <a:solidFill>
              <a:srgbClr val="82829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>
            <a:spLocks noChangeArrowheads="1"/>
          </p:cNvSpPr>
          <p:nvPr/>
        </p:nvSpPr>
        <p:spPr bwMode="auto">
          <a:xfrm>
            <a:off x="461963" y="5605463"/>
            <a:ext cx="1044575" cy="19685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lIns="0" tIns="0" rIns="0" bIns="0" anchor="ctr"/>
          <a:lstStyle/>
          <a:p>
            <a:pPr eaLnBrk="1" hangingPunct="1"/>
            <a:r>
              <a:rPr lang="en-GB" sz="1200">
                <a:solidFill>
                  <a:srgbClr val="828290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Written by</a:t>
            </a:r>
          </a:p>
        </p:txBody>
      </p:sp>
      <p:pic>
        <p:nvPicPr>
          <p:cNvPr id="15" name="Picture 9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0758488" y="0"/>
            <a:ext cx="1439862" cy="14398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1" name="Title 1"/>
          <p:cNvSpPr>
            <a:spLocks noGrp="1"/>
          </p:cNvSpPr>
          <p:nvPr>
            <p:ph type="ctrTitle"/>
          </p:nvPr>
        </p:nvSpPr>
        <p:spPr>
          <a:xfrm>
            <a:off x="775504" y="1954221"/>
            <a:ext cx="4328932" cy="979702"/>
          </a:xfrm>
        </p:spPr>
        <p:txBody>
          <a:bodyPr/>
          <a:lstStyle>
            <a:lvl1pPr>
              <a:defRPr sz="3000" b="0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 smtClean="0"/>
              <a:t>Click to edit Master title style</a:t>
            </a:r>
            <a:endParaRPr lang="en-GB" dirty="0"/>
          </a:p>
        </p:txBody>
      </p:sp>
      <p:sp>
        <p:nvSpPr>
          <p:cNvPr id="12" name="Subtitle 2"/>
          <p:cNvSpPr>
            <a:spLocks noGrp="1"/>
          </p:cNvSpPr>
          <p:nvPr>
            <p:ph type="subTitle" idx="1"/>
          </p:nvPr>
        </p:nvSpPr>
        <p:spPr>
          <a:xfrm>
            <a:off x="775504" y="3046158"/>
            <a:ext cx="4328932" cy="1046323"/>
          </a:xfrm>
        </p:spPr>
        <p:txBody>
          <a:bodyPr/>
          <a:lstStyle>
            <a:lvl1pPr marL="0" indent="0" algn="l">
              <a:spcAft>
                <a:spcPts val="1200"/>
              </a:spcAft>
              <a:buNone/>
              <a:defRPr sz="2000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  <a:lvl2pPr marL="0" indent="0" algn="l">
              <a:buNone/>
              <a:defRPr sz="1600" b="1">
                <a:solidFill>
                  <a:srgbClr val="404040"/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subtitle style</a:t>
            </a:r>
            <a:endParaRPr lang="en-GB" dirty="0"/>
          </a:p>
        </p:txBody>
      </p:sp>
      <p:sp>
        <p:nvSpPr>
          <p:cNvPr id="10" name="Text Placeholder 16"/>
          <p:cNvSpPr>
            <a:spLocks noGrp="1"/>
          </p:cNvSpPr>
          <p:nvPr>
            <p:ph type="body" sz="quarter" idx="14"/>
          </p:nvPr>
        </p:nvSpPr>
        <p:spPr>
          <a:xfrm>
            <a:off x="1333184" y="6019189"/>
            <a:ext cx="3089275" cy="180000"/>
          </a:xfrm>
        </p:spPr>
        <p:txBody>
          <a:bodyPr/>
          <a:lstStyle>
            <a:lvl1pPr marL="0" indent="0">
              <a:buNone/>
              <a:defRPr sz="120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3" name="Text Placeholder 16"/>
          <p:cNvSpPr>
            <a:spLocks noGrp="1"/>
          </p:cNvSpPr>
          <p:nvPr>
            <p:ph type="body" sz="quarter" idx="15"/>
          </p:nvPr>
        </p:nvSpPr>
        <p:spPr>
          <a:xfrm>
            <a:off x="1333184" y="6216807"/>
            <a:ext cx="3089275" cy="180000"/>
          </a:xfrm>
        </p:spPr>
        <p:txBody>
          <a:bodyPr/>
          <a:lstStyle>
            <a:lvl1pPr marL="0" indent="0">
              <a:buNone/>
              <a:defRPr sz="120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4" name="Picture Placeholder 19"/>
          <p:cNvSpPr>
            <a:spLocks noGrp="1"/>
          </p:cNvSpPr>
          <p:nvPr>
            <p:ph type="pic" sz="quarter" idx="16"/>
          </p:nvPr>
        </p:nvSpPr>
        <p:spPr>
          <a:xfrm>
            <a:off x="461983" y="5914642"/>
            <a:ext cx="576000" cy="576000"/>
          </a:xfrm>
          <a:prstGeom prst="ellipse">
            <a:avLst/>
          </a:prstGeom>
        </p:spPr>
        <p:txBody>
          <a:bodyPr rtlCol="0" anchor="ctr">
            <a:noAutofit/>
          </a:bodyPr>
          <a:lstStyle>
            <a:lvl1pPr marL="0" indent="0" algn="ctr">
              <a:buNone/>
              <a:defRPr sz="90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pPr lvl="0"/>
            <a:r>
              <a:rPr lang="en-US" noProof="0" smtClean="0"/>
              <a:t>Click icon to add picture</a:t>
            </a:r>
            <a:endParaRPr lang="en-GB" noProof="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Approved question w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6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0758488" y="0"/>
            <a:ext cx="1439862" cy="14398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8" name="Title 1"/>
          <p:cNvSpPr>
            <a:spLocks noGrp="1"/>
          </p:cNvSpPr>
          <p:nvPr>
            <p:ph type="ctrTitle"/>
          </p:nvPr>
        </p:nvSpPr>
        <p:spPr>
          <a:xfrm>
            <a:off x="944880" y="2158329"/>
            <a:ext cx="4783882" cy="860400"/>
          </a:xfrm>
          <a:prstGeom prst="rect">
            <a:avLst/>
          </a:prstGeom>
        </p:spPr>
        <p:txBody>
          <a:bodyPr/>
          <a:lstStyle>
            <a:lvl1pPr>
              <a:defRPr sz="3000" b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 smtClean="0"/>
              <a:t>Click to edit Master title style</a:t>
            </a:r>
            <a:endParaRPr lang="en-GB" dirty="0"/>
          </a:p>
        </p:txBody>
      </p:sp>
      <p:sp>
        <p:nvSpPr>
          <p:cNvPr id="19" name="Subtitle 2"/>
          <p:cNvSpPr>
            <a:spLocks noGrp="1"/>
          </p:cNvSpPr>
          <p:nvPr>
            <p:ph type="subTitle" idx="1"/>
          </p:nvPr>
        </p:nvSpPr>
        <p:spPr>
          <a:xfrm>
            <a:off x="945072" y="3200329"/>
            <a:ext cx="4808028" cy="645742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200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  <a:lvl2pPr marL="0" indent="0" algn="l">
              <a:buNone/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subtitle style</a:t>
            </a:r>
            <a:endParaRPr lang="en-GB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ndard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Line 10"/>
          <p:cNvSpPr>
            <a:spLocks noChangeShapeType="1"/>
          </p:cNvSpPr>
          <p:nvPr/>
        </p:nvSpPr>
        <p:spPr bwMode="auto">
          <a:xfrm>
            <a:off x="609600" y="908050"/>
            <a:ext cx="10980738" cy="0"/>
          </a:xfrm>
          <a:prstGeom prst="line">
            <a:avLst/>
          </a:prstGeom>
          <a:noFill/>
          <a:ln w="28575">
            <a:solidFill>
              <a:schemeClr val="bg2"/>
            </a:solidFill>
            <a:round/>
          </a:ln>
          <a:effectLst/>
        </p:spPr>
        <p:txBody>
          <a:bodyPr wrap="none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bg1"/>
              </a:solidFill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pic>
        <p:nvPicPr>
          <p:cNvPr id="5" name="Picture 7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1290300" y="0"/>
            <a:ext cx="908050" cy="908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918" y="294200"/>
            <a:ext cx="10978515" cy="590400"/>
          </a:xfrm>
        </p:spPr>
        <p:txBody>
          <a:bodyPr/>
          <a:lstStyle>
            <a:lvl1pPr>
              <a:defRPr sz="240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 smtClean="0"/>
              <a:t>Click to edit Master title style</a:t>
            </a:r>
            <a:endParaRPr lang="en-GB" dirty="0"/>
          </a:p>
        </p:txBody>
      </p:sp>
      <p:sp>
        <p:nvSpPr>
          <p:cNvPr id="8" name="Text Placeholder 2"/>
          <p:cNvSpPr>
            <a:spLocks noGrp="1"/>
          </p:cNvSpPr>
          <p:nvPr>
            <p:ph idx="1"/>
          </p:nvPr>
        </p:nvSpPr>
        <p:spPr>
          <a:xfrm>
            <a:off x="609918" y="1137920"/>
            <a:ext cx="10978515" cy="4947920"/>
          </a:xfrm>
          <a:prstGeom prst="rect">
            <a:avLst/>
          </a:prstGeom>
        </p:spPr>
        <p:txBody>
          <a:bodyPr rtlCol="0">
            <a:noAutofit/>
          </a:bodyPr>
          <a:lstStyle>
            <a:lvl1pPr>
              <a:buClr>
                <a:schemeClr val="bg2"/>
              </a:buClr>
              <a:defRPr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  <a:lvl2pPr>
              <a:buClr>
                <a:schemeClr val="bg2"/>
              </a:buClr>
              <a:defRPr>
                <a:latin typeface="Calibri Light" panose="020F0302020204030204" pitchFamily="34" charset="0"/>
                <a:cs typeface="Calibri Light" panose="020F0302020204030204" pitchFamily="34" charset="0"/>
              </a:defRPr>
            </a:lvl2pPr>
            <a:lvl3pPr>
              <a:buClr>
                <a:schemeClr val="bg2"/>
              </a:buClr>
              <a:defRPr>
                <a:latin typeface="Calibri Light" panose="020F0302020204030204" pitchFamily="34" charset="0"/>
                <a:cs typeface="Calibri Light" panose="020F0302020204030204" pitchFamily="34" charset="0"/>
              </a:defRPr>
            </a:lvl3pPr>
            <a:lvl4pPr>
              <a:buClr>
                <a:schemeClr val="bg2"/>
              </a:buClr>
              <a:defRPr>
                <a:latin typeface="Calibri Light" panose="020F0302020204030204" pitchFamily="34" charset="0"/>
                <a:cs typeface="Calibri Light" panose="020F0302020204030204" pitchFamily="34" charset="0"/>
              </a:defRPr>
            </a:lvl4pPr>
            <a:lvl5pPr>
              <a:buClr>
                <a:schemeClr val="bg2"/>
              </a:buClr>
              <a:defRPr>
                <a:latin typeface="Calibri Light" panose="020F0302020204030204" pitchFamily="34" charset="0"/>
                <a:cs typeface="Calibri Light" panose="020F0302020204030204" pitchFamily="34" charset="0"/>
              </a:defRPr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Standard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Line 10"/>
          <p:cNvSpPr>
            <a:spLocks noChangeShapeType="1"/>
          </p:cNvSpPr>
          <p:nvPr/>
        </p:nvSpPr>
        <p:spPr bwMode="auto">
          <a:xfrm>
            <a:off x="609600" y="908050"/>
            <a:ext cx="10980738" cy="0"/>
          </a:xfrm>
          <a:prstGeom prst="line">
            <a:avLst/>
          </a:prstGeom>
          <a:noFill/>
          <a:ln w="19050">
            <a:solidFill>
              <a:schemeClr val="bg2"/>
            </a:solidFill>
            <a:round/>
          </a:ln>
          <a:effectLst/>
        </p:spPr>
        <p:txBody>
          <a:bodyPr wrap="none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bg1"/>
              </a:solidFill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pic>
        <p:nvPicPr>
          <p:cNvPr id="4" name="Picture 7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1290300" y="0"/>
            <a:ext cx="908050" cy="908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918" y="294200"/>
            <a:ext cx="10978515" cy="590400"/>
          </a:xfrm>
        </p:spPr>
        <p:txBody>
          <a:bodyPr/>
          <a:lstStyle>
            <a:lvl1pPr>
              <a:defRPr sz="240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 smtClean="0"/>
              <a:t>Click to edit Master title style</a:t>
            </a:r>
            <a:endParaRPr lang="en-GB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tandard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Line 10"/>
          <p:cNvSpPr>
            <a:spLocks noChangeShapeType="1"/>
          </p:cNvSpPr>
          <p:nvPr/>
        </p:nvSpPr>
        <p:spPr bwMode="auto">
          <a:xfrm>
            <a:off x="609600" y="908050"/>
            <a:ext cx="7724775" cy="0"/>
          </a:xfrm>
          <a:prstGeom prst="line">
            <a:avLst/>
          </a:prstGeom>
          <a:noFill/>
          <a:ln w="19050">
            <a:solidFill>
              <a:schemeClr val="bg2"/>
            </a:solidFill>
            <a:round/>
          </a:ln>
          <a:effectLst/>
        </p:spPr>
        <p:txBody>
          <a:bodyPr wrap="none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bg1"/>
              </a:solidFill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pic>
        <p:nvPicPr>
          <p:cNvPr id="9" name="Picture 7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1290300" y="0"/>
            <a:ext cx="908050" cy="908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Picture Placeholder 4"/>
          <p:cNvSpPr>
            <a:spLocks noGrp="1"/>
          </p:cNvSpPr>
          <p:nvPr>
            <p:ph type="pic" sz="quarter" idx="10"/>
          </p:nvPr>
        </p:nvSpPr>
        <p:spPr>
          <a:xfrm>
            <a:off x="8199120" y="1"/>
            <a:ext cx="3999231" cy="6156104"/>
          </a:xfrm>
        </p:spPr>
        <p:txBody>
          <a:bodyPr rtlCol="0">
            <a:noAutofit/>
          </a:bodyPr>
          <a:lstStyle>
            <a:lvl1pPr>
              <a:defRPr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pPr lvl="0"/>
            <a:r>
              <a:rPr lang="en-US" noProof="0" smtClean="0"/>
              <a:t>Click icon to add picture</a:t>
            </a:r>
            <a:endParaRPr lang="en-IN" noProof="0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919" y="294200"/>
            <a:ext cx="7444422" cy="590400"/>
          </a:xfrm>
        </p:spPr>
        <p:txBody>
          <a:bodyPr/>
          <a:lstStyle>
            <a:lvl1pPr>
              <a:defRPr sz="240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 smtClean="0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918" y="1137921"/>
            <a:ext cx="7299642" cy="873760"/>
          </a:xfrm>
        </p:spPr>
        <p:txBody>
          <a:bodyPr/>
          <a:lstStyle>
            <a:lvl1pPr marL="0" indent="0">
              <a:buNone/>
              <a:defRPr sz="180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  <a:lvl2pPr marL="356870" indent="0">
              <a:buNone/>
              <a:defRPr sz="1800">
                <a:solidFill>
                  <a:schemeClr val="bg1"/>
                </a:solidFill>
              </a:defRPr>
            </a:lvl2pPr>
            <a:lvl3pPr marL="713105" indent="0">
              <a:buNone/>
              <a:defRPr sz="1600">
                <a:solidFill>
                  <a:schemeClr val="bg1"/>
                </a:solidFill>
              </a:defRPr>
            </a:lvl3pPr>
            <a:lvl4pPr marL="1069975" indent="0">
              <a:buNone/>
              <a:defRPr sz="1400">
                <a:solidFill>
                  <a:schemeClr val="bg1"/>
                </a:solidFill>
              </a:defRPr>
            </a:lvl4pPr>
            <a:lvl5pPr marL="1426210" indent="0">
              <a:buNone/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1" name="Content Placeholder 2"/>
          <p:cNvSpPr>
            <a:spLocks noGrp="1"/>
          </p:cNvSpPr>
          <p:nvPr>
            <p:ph idx="11"/>
          </p:nvPr>
        </p:nvSpPr>
        <p:spPr>
          <a:xfrm>
            <a:off x="609918" y="2311401"/>
            <a:ext cx="3580117" cy="3844704"/>
          </a:xfrm>
        </p:spPr>
        <p:txBody>
          <a:bodyPr/>
          <a:lstStyle>
            <a:lvl1pPr marL="0" indent="0">
              <a:buNone/>
              <a:defRPr sz="140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  <a:lvl2pPr marL="356870" indent="0">
              <a:buNone/>
              <a:defRPr sz="1800">
                <a:solidFill>
                  <a:schemeClr val="bg1"/>
                </a:solidFill>
              </a:defRPr>
            </a:lvl2pPr>
            <a:lvl3pPr marL="713105" indent="0">
              <a:buNone/>
              <a:defRPr sz="1600">
                <a:solidFill>
                  <a:schemeClr val="bg1"/>
                </a:solidFill>
              </a:defRPr>
            </a:lvl3pPr>
            <a:lvl4pPr marL="1069975" indent="0">
              <a:buNone/>
              <a:defRPr sz="1400">
                <a:solidFill>
                  <a:schemeClr val="bg1"/>
                </a:solidFill>
              </a:defRPr>
            </a:lvl4pPr>
            <a:lvl5pPr marL="1426210" indent="0">
              <a:buNone/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2" name="Content Placeholder 2"/>
          <p:cNvSpPr>
            <a:spLocks noGrp="1"/>
          </p:cNvSpPr>
          <p:nvPr>
            <p:ph idx="12"/>
          </p:nvPr>
        </p:nvSpPr>
        <p:spPr>
          <a:xfrm>
            <a:off x="4329443" y="2311401"/>
            <a:ext cx="3580117" cy="1254759"/>
          </a:xfrm>
        </p:spPr>
        <p:txBody>
          <a:bodyPr/>
          <a:lstStyle>
            <a:lvl1pPr marL="0" indent="0">
              <a:buNone/>
              <a:defRPr sz="140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  <a:lvl2pPr marL="356870" indent="0">
              <a:buNone/>
              <a:defRPr sz="1800">
                <a:solidFill>
                  <a:schemeClr val="bg1"/>
                </a:solidFill>
              </a:defRPr>
            </a:lvl2pPr>
            <a:lvl3pPr marL="713105" indent="0">
              <a:buNone/>
              <a:defRPr sz="1600">
                <a:solidFill>
                  <a:schemeClr val="bg1"/>
                </a:solidFill>
              </a:defRPr>
            </a:lvl3pPr>
            <a:lvl4pPr marL="1069975" indent="0">
              <a:buNone/>
              <a:defRPr sz="1400">
                <a:solidFill>
                  <a:schemeClr val="bg1"/>
                </a:solidFill>
              </a:defRPr>
            </a:lvl4pPr>
            <a:lvl5pPr marL="1426210" indent="0">
              <a:buNone/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4" name="Content Placeholder 2"/>
          <p:cNvSpPr>
            <a:spLocks noGrp="1"/>
          </p:cNvSpPr>
          <p:nvPr>
            <p:ph idx="13"/>
          </p:nvPr>
        </p:nvSpPr>
        <p:spPr>
          <a:xfrm>
            <a:off x="4329443" y="4236721"/>
            <a:ext cx="3580117" cy="1944160"/>
          </a:xfrm>
        </p:spPr>
        <p:txBody>
          <a:bodyPr/>
          <a:lstStyle>
            <a:lvl1pPr marL="0" indent="0">
              <a:buNone/>
              <a:defRPr sz="180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  <a:lvl2pPr marL="356870" indent="0">
              <a:buNone/>
              <a:defRPr sz="1800">
                <a:solidFill>
                  <a:schemeClr val="bg1"/>
                </a:solidFill>
              </a:defRPr>
            </a:lvl2pPr>
            <a:lvl3pPr marL="713105" indent="0">
              <a:buNone/>
              <a:defRPr sz="1600">
                <a:solidFill>
                  <a:schemeClr val="bg1"/>
                </a:solidFill>
              </a:defRPr>
            </a:lvl3pPr>
            <a:lvl4pPr marL="1069975" indent="0">
              <a:buNone/>
              <a:defRPr sz="1400">
                <a:solidFill>
                  <a:schemeClr val="bg1"/>
                </a:solidFill>
              </a:defRPr>
            </a:lvl4pPr>
            <a:lvl5pPr marL="1426210" indent="0">
              <a:buNone/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tandard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Line 10"/>
          <p:cNvSpPr>
            <a:spLocks noChangeShapeType="1"/>
          </p:cNvSpPr>
          <p:nvPr/>
        </p:nvSpPr>
        <p:spPr bwMode="auto">
          <a:xfrm>
            <a:off x="2695575" y="908050"/>
            <a:ext cx="8891588" cy="0"/>
          </a:xfrm>
          <a:prstGeom prst="line">
            <a:avLst/>
          </a:prstGeom>
          <a:noFill/>
          <a:ln w="19050">
            <a:solidFill>
              <a:schemeClr val="bg2"/>
            </a:solidFill>
            <a:round/>
          </a:ln>
          <a:effectLst/>
        </p:spPr>
        <p:txBody>
          <a:bodyPr wrap="none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bg1"/>
              </a:solidFill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pic>
        <p:nvPicPr>
          <p:cNvPr id="8" name="Picture 7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1290300" y="0"/>
            <a:ext cx="908050" cy="908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Picture Placeholder 4"/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2384460" cy="6857999"/>
          </a:xfrm>
        </p:spPr>
        <p:txBody>
          <a:bodyPr rtlCol="0">
            <a:noAutofit/>
          </a:bodyPr>
          <a:lstStyle>
            <a:lvl1pPr>
              <a:defRPr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pPr lvl="0"/>
            <a:r>
              <a:rPr lang="en-US" noProof="0" smtClean="0"/>
              <a:t>Click icon to add picture</a:t>
            </a:r>
            <a:endParaRPr lang="en-IN" noProof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95294" y="294200"/>
            <a:ext cx="8892000" cy="590400"/>
          </a:xfrm>
        </p:spPr>
        <p:txBody>
          <a:bodyPr/>
          <a:lstStyle>
            <a:lvl1pPr>
              <a:defRPr sz="240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 smtClean="0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695293" y="1137921"/>
            <a:ext cx="2742882" cy="5018184"/>
          </a:xfrm>
        </p:spPr>
        <p:txBody>
          <a:bodyPr/>
          <a:lstStyle>
            <a:lvl1pPr marL="0" indent="0">
              <a:buNone/>
              <a:defRPr sz="180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  <a:lvl2pPr marL="356870" indent="0">
              <a:buNone/>
              <a:defRPr sz="1800">
                <a:solidFill>
                  <a:schemeClr val="bg1"/>
                </a:solidFill>
              </a:defRPr>
            </a:lvl2pPr>
            <a:lvl3pPr marL="713105" indent="0">
              <a:buNone/>
              <a:defRPr sz="1600">
                <a:solidFill>
                  <a:schemeClr val="bg1"/>
                </a:solidFill>
              </a:defRPr>
            </a:lvl3pPr>
            <a:lvl4pPr marL="1069975" indent="0">
              <a:buNone/>
              <a:defRPr sz="1400">
                <a:solidFill>
                  <a:schemeClr val="bg1"/>
                </a:solidFill>
              </a:defRPr>
            </a:lvl4pPr>
            <a:lvl5pPr marL="1426210" indent="0">
              <a:buNone/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1" name="Content Placeholder 2"/>
          <p:cNvSpPr>
            <a:spLocks noGrp="1"/>
          </p:cNvSpPr>
          <p:nvPr>
            <p:ph idx="11"/>
          </p:nvPr>
        </p:nvSpPr>
        <p:spPr>
          <a:xfrm>
            <a:off x="5727083" y="1137921"/>
            <a:ext cx="2803842" cy="5018184"/>
          </a:xfrm>
        </p:spPr>
        <p:txBody>
          <a:bodyPr/>
          <a:lstStyle>
            <a:lvl1pPr marL="0" indent="0">
              <a:buNone/>
              <a:defRPr sz="140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  <a:lvl2pPr marL="356870" indent="0">
              <a:buNone/>
              <a:defRPr sz="1800">
                <a:solidFill>
                  <a:schemeClr val="bg1"/>
                </a:solidFill>
              </a:defRPr>
            </a:lvl2pPr>
            <a:lvl3pPr marL="713105" indent="0">
              <a:buNone/>
              <a:defRPr sz="1600">
                <a:solidFill>
                  <a:schemeClr val="bg1"/>
                </a:solidFill>
              </a:defRPr>
            </a:lvl3pPr>
            <a:lvl4pPr marL="1069975" indent="0">
              <a:buNone/>
              <a:defRPr sz="1400">
                <a:solidFill>
                  <a:schemeClr val="bg1"/>
                </a:solidFill>
              </a:defRPr>
            </a:lvl4pPr>
            <a:lvl5pPr marL="1426210" indent="0">
              <a:buNone/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23" name="Content Placeholder 2"/>
          <p:cNvSpPr>
            <a:spLocks noGrp="1"/>
          </p:cNvSpPr>
          <p:nvPr>
            <p:ph idx="12"/>
          </p:nvPr>
        </p:nvSpPr>
        <p:spPr>
          <a:xfrm>
            <a:off x="8819832" y="1137921"/>
            <a:ext cx="2768600" cy="2796151"/>
          </a:xfrm>
        </p:spPr>
        <p:txBody>
          <a:bodyPr/>
          <a:lstStyle>
            <a:lvl1pPr marL="0" indent="0">
              <a:buNone/>
              <a:defRPr sz="140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  <a:lvl2pPr marL="356870" indent="0">
              <a:buNone/>
              <a:defRPr sz="1800">
                <a:solidFill>
                  <a:schemeClr val="bg1"/>
                </a:solidFill>
              </a:defRPr>
            </a:lvl2pPr>
            <a:lvl3pPr marL="713105" indent="0">
              <a:buNone/>
              <a:defRPr sz="1600">
                <a:solidFill>
                  <a:schemeClr val="bg1"/>
                </a:solidFill>
              </a:defRPr>
            </a:lvl3pPr>
            <a:lvl4pPr marL="1069975" indent="0">
              <a:buNone/>
              <a:defRPr sz="1400">
                <a:solidFill>
                  <a:schemeClr val="bg1"/>
                </a:solidFill>
              </a:defRPr>
            </a:lvl4pPr>
            <a:lvl5pPr marL="1426210" indent="0">
              <a:buNone/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Standard slide_no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Line 10"/>
          <p:cNvSpPr>
            <a:spLocks noChangeShapeType="1"/>
          </p:cNvSpPr>
          <p:nvPr/>
        </p:nvSpPr>
        <p:spPr bwMode="auto">
          <a:xfrm>
            <a:off x="609600" y="908050"/>
            <a:ext cx="10980738" cy="0"/>
          </a:xfrm>
          <a:prstGeom prst="line">
            <a:avLst/>
          </a:prstGeom>
          <a:noFill/>
          <a:ln w="19050">
            <a:solidFill>
              <a:schemeClr val="bg2"/>
            </a:solidFill>
            <a:round/>
          </a:ln>
          <a:effectLst/>
        </p:spPr>
        <p:txBody>
          <a:bodyPr wrap="none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bg1"/>
              </a:solidFill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pic>
        <p:nvPicPr>
          <p:cNvPr id="5" name="Picture 7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1290300" y="0"/>
            <a:ext cx="908050" cy="908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918" y="294200"/>
            <a:ext cx="10978515" cy="590400"/>
          </a:xfrm>
        </p:spPr>
        <p:txBody>
          <a:bodyPr/>
          <a:lstStyle>
            <a:lvl1pPr>
              <a:defRPr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 smtClean="0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918" y="1137920"/>
            <a:ext cx="8238744" cy="4834800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  <a:lvl2pPr marL="0" indent="0">
              <a:spcBef>
                <a:spcPts val="0"/>
              </a:spcBef>
              <a:buNone/>
              <a:defRPr sz="180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2pPr>
            <a:lvl3pPr marL="0" indent="0">
              <a:spcBef>
                <a:spcPts val="0"/>
              </a:spcBef>
              <a:buNone/>
              <a:defRPr sz="160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3pPr>
            <a:lvl4pPr marL="0" indent="0">
              <a:spcBef>
                <a:spcPts val="0"/>
              </a:spcBef>
              <a:buNone/>
              <a:defRPr sz="140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4pPr>
            <a:lvl5pPr marL="0" indent="0">
              <a:spcBef>
                <a:spcPts val="0"/>
              </a:spcBef>
              <a:buNone/>
              <a:defRPr sz="120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Standard slide_no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/>
          <p:cNvSpPr>
            <a:spLocks noGrp="1"/>
          </p:cNvSpPr>
          <p:nvPr>
            <p:ph type="body" sz="quarter" idx="10"/>
          </p:nvPr>
        </p:nvSpPr>
        <p:spPr>
          <a:xfrm>
            <a:off x="352800" y="2851522"/>
            <a:ext cx="4447800" cy="1202318"/>
          </a:xfrm>
        </p:spPr>
        <p:txBody>
          <a:bodyPr rtlCol="0" anchor="ctr">
            <a:noAutofit/>
          </a:bodyPr>
          <a:lstStyle>
            <a:lvl1pPr marL="0" indent="0">
              <a:buNone/>
              <a:defRPr kumimoji="0" lang="en-IN" sz="3600" b="0" i="0" u="none" strike="noStrike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libri Light" panose="020F0302020204030204" pitchFamily="34" charset="0"/>
                <a:ea typeface="+mj-ea"/>
                <a:cs typeface="Calibri Light" panose="020F0302020204030204" pitchFamily="34" charset="0"/>
              </a:defRPr>
            </a:lvl1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tandard slide_Quot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11"/>
          <p:cNvSpPr txBox="1"/>
          <p:nvPr/>
        </p:nvSpPr>
        <p:spPr>
          <a:xfrm>
            <a:off x="477838" y="1489075"/>
            <a:ext cx="2338387" cy="858838"/>
          </a:xfrm>
          <a:prstGeom prst="rect">
            <a:avLst/>
          </a:prstGeom>
        </p:spPr>
        <p:txBody>
          <a:bodyPr/>
          <a:lstStyle>
            <a:lvl1pPr marL="356870" indent="-356870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SzPct val="70000"/>
              <a:buFont typeface="Arial" panose="020B0604020202020204" pitchFamily="34" charset="0"/>
              <a:buChar char="►"/>
              <a:defRPr sz="24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713105" indent="-356870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SzPct val="70000"/>
              <a:buFont typeface="Arial" panose="020B0604020202020204" pitchFamily="34" charset="0"/>
              <a:buChar char="►"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069975" indent="-356870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SzPct val="70000"/>
              <a:buFont typeface="Arial" panose="020B0604020202020204" pitchFamily="34" charset="0"/>
              <a:buChar char="►"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426210" indent="-356870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SzPct val="70000"/>
              <a:buFont typeface="Arial" panose="020B0604020202020204" pitchFamily="34" charset="0"/>
              <a:buChar char="►"/>
              <a:defRPr sz="16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1783080" indent="-356870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SzPct val="70000"/>
              <a:buFont typeface="Arial" panose="020B0604020202020204" pitchFamily="34" charset="0"/>
              <a:buChar char="►"/>
              <a:defRPr sz="16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fontAlgn="auto">
              <a:spcAft>
                <a:spcPts val="0"/>
              </a:spcAft>
              <a:buFont typeface="Arial" panose="020B0604020202020204" pitchFamily="34" charset="0"/>
              <a:buNone/>
              <a:defRPr/>
            </a:pPr>
            <a:r>
              <a:rPr lang="en-GB" sz="11200" dirty="0">
                <a:solidFill>
                  <a:srgbClr val="0070C0"/>
                </a:solidFill>
                <a:latin typeface="Georgia" panose="02040502050405020303" pitchFamily="18" charset="0"/>
              </a:rPr>
              <a:t>“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0"/>
          </p:nvPr>
        </p:nvSpPr>
        <p:spPr>
          <a:xfrm>
            <a:off x="513350" y="2526765"/>
            <a:ext cx="5292000" cy="1800000"/>
          </a:xfrm>
        </p:spPr>
        <p:txBody>
          <a:bodyPr lIns="90000" tIns="46800" rIns="90000" bIns="46800"/>
          <a:lstStyle>
            <a:lvl1pPr marL="0" indent="0">
              <a:buNone/>
              <a:defRPr lang="en-US" sz="2800" dirty="0" smtClean="0">
                <a:solidFill>
                  <a:srgbClr val="0070C0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8" name="Text Placeholder 6"/>
          <p:cNvSpPr>
            <a:spLocks noGrp="1"/>
          </p:cNvSpPr>
          <p:nvPr>
            <p:ph type="body" sz="quarter" idx="11"/>
          </p:nvPr>
        </p:nvSpPr>
        <p:spPr>
          <a:xfrm>
            <a:off x="513350" y="4632765"/>
            <a:ext cx="5292000" cy="316838"/>
          </a:xfrm>
        </p:spPr>
        <p:txBody>
          <a:bodyPr lIns="90000" tIns="46800" rIns="90000" bIns="46800"/>
          <a:lstStyle>
            <a:lvl1pPr marL="0" indent="0" algn="l" defTabSz="914400" rtl="0" eaLnBrk="1" latinLnBrk="0" hangingPunct="1"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Arial" panose="020B0604020202020204" pitchFamily="34" charset="0"/>
              <a:buNone/>
              <a:defRPr lang="en-US" sz="1600" kern="1200" dirty="0" smtClean="0">
                <a:solidFill>
                  <a:srgbClr val="0070C0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1pPr>
            <a:lvl2pPr marL="356870" indent="0">
              <a:buNone/>
              <a:defRPr lang="en-US" sz="2000" smtClean="0">
                <a:latin typeface="+mn-lt"/>
              </a:defRPr>
            </a:lvl2pPr>
            <a:lvl3pPr>
              <a:defRPr lang="en-US" sz="1800" smtClean="0">
                <a:latin typeface="+mn-lt"/>
              </a:defRPr>
            </a:lvl3pPr>
            <a:lvl4pPr>
              <a:defRPr lang="en-US" sz="1600" smtClean="0">
                <a:latin typeface="+mn-lt"/>
              </a:defRPr>
            </a:lvl4pPr>
            <a:lvl5pPr>
              <a:defRPr lang="en-IN" sz="1600">
                <a:latin typeface="+mn-lt"/>
              </a:defRPr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9" name="Text Placeholder 6"/>
          <p:cNvSpPr>
            <a:spLocks noGrp="1"/>
          </p:cNvSpPr>
          <p:nvPr>
            <p:ph type="body" sz="quarter" idx="12"/>
          </p:nvPr>
        </p:nvSpPr>
        <p:spPr>
          <a:xfrm>
            <a:off x="513350" y="4971442"/>
            <a:ext cx="5292000" cy="316838"/>
          </a:xfrm>
        </p:spPr>
        <p:txBody>
          <a:bodyPr lIns="90000" tIns="46800" rIns="90000" bIns="46800"/>
          <a:lstStyle>
            <a:lvl1pPr marL="0" indent="0" algn="l" defTabSz="914400" rtl="0" eaLnBrk="1" latinLnBrk="0" hangingPunct="1"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Arial" panose="020B0604020202020204" pitchFamily="34" charset="0"/>
              <a:buNone/>
              <a:defRPr lang="en-US" sz="1600" kern="1200" dirty="0" smtClean="0">
                <a:solidFill>
                  <a:srgbClr val="0070C0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1pPr>
            <a:lvl2pPr marL="356870" indent="0">
              <a:buNone/>
              <a:defRPr lang="en-US" sz="2000" smtClean="0">
                <a:latin typeface="+mn-lt"/>
              </a:defRPr>
            </a:lvl2pPr>
            <a:lvl3pPr>
              <a:defRPr lang="en-US" sz="1800" smtClean="0">
                <a:latin typeface="+mn-lt"/>
              </a:defRPr>
            </a:lvl3pPr>
            <a:lvl4pPr>
              <a:defRPr lang="en-US" sz="1600" smtClean="0">
                <a:latin typeface="+mn-lt"/>
              </a:defRPr>
            </a:lvl4pPr>
            <a:lvl5pPr>
              <a:defRPr lang="en-IN" sz="1600">
                <a:latin typeface="+mn-lt"/>
              </a:defRPr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tandard slide_Quot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11"/>
          <p:cNvSpPr txBox="1"/>
          <p:nvPr/>
        </p:nvSpPr>
        <p:spPr>
          <a:xfrm>
            <a:off x="4929188" y="979488"/>
            <a:ext cx="2339975" cy="882650"/>
          </a:xfrm>
          <a:prstGeom prst="rect">
            <a:avLst/>
          </a:prstGeom>
        </p:spPr>
        <p:txBody>
          <a:bodyPr lIns="0" tIns="0" rIns="0" bIns="0"/>
          <a:lstStyle>
            <a:lvl1pPr marL="356870" indent="-356870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SzPct val="70000"/>
              <a:buFont typeface="Arial" panose="020B0604020202020204" pitchFamily="34" charset="0"/>
              <a:buChar char="►"/>
              <a:defRPr sz="24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713105" indent="-356870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SzPct val="70000"/>
              <a:buFont typeface="Arial" panose="020B0604020202020204" pitchFamily="34" charset="0"/>
              <a:buChar char="►"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069975" indent="-356870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SzPct val="70000"/>
              <a:buFont typeface="Arial" panose="020B0604020202020204" pitchFamily="34" charset="0"/>
              <a:buChar char="►"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426210" indent="-356870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SzPct val="70000"/>
              <a:buFont typeface="Arial" panose="020B0604020202020204" pitchFamily="34" charset="0"/>
              <a:buChar char="►"/>
              <a:defRPr sz="16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1783080" indent="-356870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SzPct val="70000"/>
              <a:buFont typeface="Arial" panose="020B0604020202020204" pitchFamily="34" charset="0"/>
              <a:buChar char="►"/>
              <a:defRPr sz="16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fontAlgn="auto">
              <a:spcAft>
                <a:spcPts val="0"/>
              </a:spcAft>
              <a:buFont typeface="Arial" panose="020B0604020202020204" pitchFamily="34" charset="0"/>
              <a:buNone/>
              <a:defRPr/>
            </a:pPr>
            <a:r>
              <a:rPr lang="en-GB" sz="11200" dirty="0">
                <a:solidFill>
                  <a:srgbClr val="0070C0"/>
                </a:solidFill>
                <a:latin typeface="Georgia" panose="02040502050405020303" pitchFamily="18" charset="0"/>
              </a:rPr>
              <a:t>“ </a:t>
            </a:r>
          </a:p>
        </p:txBody>
      </p:sp>
      <p:sp>
        <p:nvSpPr>
          <p:cNvPr id="4" name="Text Placeholder 6"/>
          <p:cNvSpPr>
            <a:spLocks noGrp="1"/>
          </p:cNvSpPr>
          <p:nvPr>
            <p:ph type="body" sz="quarter" idx="10"/>
          </p:nvPr>
        </p:nvSpPr>
        <p:spPr>
          <a:xfrm>
            <a:off x="3453175" y="2060235"/>
            <a:ext cx="5292000" cy="3025522"/>
          </a:xfrm>
        </p:spPr>
        <p:txBody>
          <a:bodyPr>
            <a:noAutofit/>
          </a:bodyPr>
          <a:lstStyle>
            <a:lvl1pPr marL="0" indent="0" algn="ctr">
              <a:buNone/>
              <a:defRPr lang="en-US" sz="2800" dirty="0" smtClean="0">
                <a:solidFill>
                  <a:srgbClr val="0070C0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Text Placeholder 6"/>
          <p:cNvSpPr>
            <a:spLocks noGrp="1"/>
          </p:cNvSpPr>
          <p:nvPr>
            <p:ph type="body" sz="quarter" idx="11"/>
          </p:nvPr>
        </p:nvSpPr>
        <p:spPr>
          <a:xfrm>
            <a:off x="3453175" y="5506678"/>
            <a:ext cx="5292000" cy="316838"/>
          </a:xfrm>
        </p:spPr>
        <p:txBody>
          <a:bodyPr>
            <a:noAutofit/>
          </a:bodyPr>
          <a:lstStyle>
            <a:lvl1pPr marL="0" indent="0" algn="ctr">
              <a:buNone/>
              <a:defRPr lang="en-US" sz="1600" dirty="0" smtClean="0">
                <a:solidFill>
                  <a:srgbClr val="0070C0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Text Placeholder 6"/>
          <p:cNvSpPr>
            <a:spLocks noGrp="1"/>
          </p:cNvSpPr>
          <p:nvPr>
            <p:ph type="body" sz="quarter" idx="12"/>
          </p:nvPr>
        </p:nvSpPr>
        <p:spPr>
          <a:xfrm>
            <a:off x="3453175" y="5818717"/>
            <a:ext cx="5292000" cy="316838"/>
          </a:xfrm>
        </p:spPr>
        <p:txBody>
          <a:bodyPr rtlCol="0">
            <a:noAutofit/>
          </a:bodyPr>
          <a:lstStyle>
            <a:lvl1pPr marL="0" indent="0" algn="ctr">
              <a:buNone/>
              <a:defRPr lang="en-US" sz="1600" dirty="0" smtClean="0">
                <a:solidFill>
                  <a:srgbClr val="0070C0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tandard slide_no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icture Placeholder 14"/>
          <p:cNvSpPr>
            <a:spLocks noGrp="1"/>
          </p:cNvSpPr>
          <p:nvPr>
            <p:ph type="pic" sz="quarter" idx="12"/>
          </p:nvPr>
        </p:nvSpPr>
        <p:spPr>
          <a:xfrm>
            <a:off x="6227180" y="0"/>
            <a:ext cx="5971170" cy="6858000"/>
          </a:xfrm>
        </p:spPr>
        <p:txBody>
          <a:bodyPr rtlCol="0">
            <a:noAutofit/>
          </a:bodyPr>
          <a:lstStyle/>
          <a:p>
            <a:pPr lvl="0"/>
            <a:r>
              <a:rPr lang="en-US" noProof="0" smtClean="0"/>
              <a:t>Click icon to add picture</a:t>
            </a:r>
            <a:endParaRPr lang="en-IN" noProof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0"/>
          </p:nvPr>
        </p:nvSpPr>
        <p:spPr>
          <a:xfrm>
            <a:off x="617221" y="2578743"/>
            <a:ext cx="4537959" cy="1055708"/>
          </a:xfrm>
        </p:spPr>
        <p:txBody>
          <a:bodyPr/>
          <a:lstStyle>
            <a:lvl1pPr marL="0" indent="0">
              <a:buNone/>
              <a:defRPr sz="3000">
                <a:solidFill>
                  <a:srgbClr val="0070C0"/>
                </a:solidFill>
              </a:defRPr>
            </a:lvl1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1"/>
          </p:nvPr>
        </p:nvSpPr>
        <p:spPr>
          <a:xfrm>
            <a:off x="617221" y="3840384"/>
            <a:ext cx="4537959" cy="1055708"/>
          </a:xfrm>
        </p:spPr>
        <p:txBody>
          <a:bodyPr/>
          <a:lstStyle>
            <a:lvl1pPr marL="0" indent="0">
              <a:buNone/>
              <a:defRPr sz="1600">
                <a:solidFill>
                  <a:srgbClr val="0070C0"/>
                </a:solidFill>
              </a:defRPr>
            </a:lvl1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tandard slide_no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Line 10"/>
          <p:cNvSpPr>
            <a:spLocks noChangeShapeType="1"/>
          </p:cNvSpPr>
          <p:nvPr/>
        </p:nvSpPr>
        <p:spPr bwMode="auto">
          <a:xfrm>
            <a:off x="609600" y="908050"/>
            <a:ext cx="10980738" cy="0"/>
          </a:xfrm>
          <a:prstGeom prst="line">
            <a:avLst/>
          </a:prstGeom>
          <a:noFill/>
          <a:ln w="19050">
            <a:solidFill>
              <a:schemeClr val="bg2"/>
            </a:solidFill>
            <a:round/>
          </a:ln>
          <a:effectLst/>
        </p:spPr>
        <p:txBody>
          <a:bodyPr wrap="none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bg1"/>
              </a:solidFill>
            </a:endParaRPr>
          </a:p>
        </p:txBody>
      </p:sp>
      <p:pic>
        <p:nvPicPr>
          <p:cNvPr id="13" name="Picture 7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1290300" y="0"/>
            <a:ext cx="908050" cy="908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918" y="294200"/>
            <a:ext cx="10978515" cy="5904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GB" dirty="0"/>
          </a:p>
        </p:txBody>
      </p:sp>
      <p:sp>
        <p:nvSpPr>
          <p:cNvPr id="5" name="Table Placeholder 4"/>
          <p:cNvSpPr>
            <a:spLocks noGrp="1"/>
          </p:cNvSpPr>
          <p:nvPr>
            <p:ph type="tbl" sz="quarter" idx="10" hasCustomPrompt="1"/>
          </p:nvPr>
        </p:nvSpPr>
        <p:spPr>
          <a:xfrm>
            <a:off x="609917" y="1137920"/>
            <a:ext cx="4957505" cy="4267457"/>
          </a:xfrm>
        </p:spPr>
        <p:txBody>
          <a:bodyPr rtlCol="0">
            <a:noAutofit/>
          </a:bodyPr>
          <a:lstStyle/>
          <a:p>
            <a:pPr lvl="0"/>
            <a:r>
              <a:rPr lang="en-US" noProof="0" smtClean="0"/>
              <a:t>Click icon to add table</a:t>
            </a:r>
            <a:endParaRPr lang="en-IN" noProof="0"/>
          </a:p>
        </p:txBody>
      </p:sp>
      <p:sp>
        <p:nvSpPr>
          <p:cNvPr id="10" name="Text Placeholder 16"/>
          <p:cNvSpPr>
            <a:spLocks noGrp="1"/>
          </p:cNvSpPr>
          <p:nvPr>
            <p:ph type="body" sz="quarter" idx="14"/>
          </p:nvPr>
        </p:nvSpPr>
        <p:spPr>
          <a:xfrm>
            <a:off x="7133461" y="3813288"/>
            <a:ext cx="3089275" cy="180000"/>
          </a:xfrm>
        </p:spPr>
        <p:txBody>
          <a:bodyPr/>
          <a:lstStyle>
            <a:lvl1pPr marL="0" indent="0">
              <a:buNone/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1" name="Text Placeholder 16"/>
          <p:cNvSpPr>
            <a:spLocks noGrp="1"/>
          </p:cNvSpPr>
          <p:nvPr>
            <p:ph type="body" sz="quarter" idx="15"/>
          </p:nvPr>
        </p:nvSpPr>
        <p:spPr>
          <a:xfrm>
            <a:off x="7133461" y="4055931"/>
            <a:ext cx="3089275" cy="180000"/>
          </a:xfrm>
        </p:spPr>
        <p:txBody>
          <a:bodyPr/>
          <a:lstStyle>
            <a:lvl1pPr marL="0" indent="0">
              <a:buNone/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4" name="Picture Placeholder 19"/>
          <p:cNvSpPr>
            <a:spLocks noGrp="1"/>
          </p:cNvSpPr>
          <p:nvPr>
            <p:ph type="pic" sz="quarter" idx="16"/>
          </p:nvPr>
        </p:nvSpPr>
        <p:spPr>
          <a:xfrm>
            <a:off x="6123007" y="3578083"/>
            <a:ext cx="778959" cy="778959"/>
          </a:xfrm>
          <a:prstGeom prst="ellipse">
            <a:avLst/>
          </a:prstGeom>
        </p:spPr>
        <p:txBody>
          <a:bodyPr rtlCol="0" anchor="ctr">
            <a:noAutofit/>
          </a:bodyPr>
          <a:lstStyle>
            <a:lvl1pPr marL="0" indent="0" algn="ctr">
              <a:buNone/>
              <a:defRPr sz="9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 smtClean="0"/>
              <a:t>Click icon to add picture</a:t>
            </a:r>
            <a:endParaRPr lang="en-GB" noProof="0" dirty="0"/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17"/>
          </p:nvPr>
        </p:nvSpPr>
        <p:spPr>
          <a:xfrm>
            <a:off x="6123008" y="1137920"/>
            <a:ext cx="5465425" cy="373807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5" name="Text Placeholder 8"/>
          <p:cNvSpPr>
            <a:spLocks noGrp="1"/>
          </p:cNvSpPr>
          <p:nvPr>
            <p:ph type="body" sz="quarter" idx="18"/>
          </p:nvPr>
        </p:nvSpPr>
        <p:spPr>
          <a:xfrm>
            <a:off x="6123008" y="1635009"/>
            <a:ext cx="5465425" cy="1611554"/>
          </a:xfrm>
        </p:spPr>
        <p:txBody>
          <a:bodyPr/>
          <a:lstStyle>
            <a:lvl1pPr marL="0" indent="0">
              <a:buNone/>
              <a:defRPr sz="1600"/>
            </a:lvl1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Standard slide_no_first_level_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Line 10"/>
          <p:cNvSpPr>
            <a:spLocks noChangeShapeType="1"/>
          </p:cNvSpPr>
          <p:nvPr/>
        </p:nvSpPr>
        <p:spPr bwMode="auto">
          <a:xfrm>
            <a:off x="609600" y="908050"/>
            <a:ext cx="10980738" cy="0"/>
          </a:xfrm>
          <a:prstGeom prst="line">
            <a:avLst/>
          </a:prstGeom>
          <a:noFill/>
          <a:ln w="19050">
            <a:solidFill>
              <a:schemeClr val="bg2"/>
            </a:solidFill>
            <a:round/>
          </a:ln>
          <a:effectLst/>
        </p:spPr>
        <p:txBody>
          <a:bodyPr wrap="none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bg1"/>
              </a:solidFill>
            </a:endParaRPr>
          </a:p>
        </p:txBody>
      </p:sp>
      <p:pic>
        <p:nvPicPr>
          <p:cNvPr id="5" name="Picture 7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1290300" y="0"/>
            <a:ext cx="908050" cy="908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918" y="294200"/>
            <a:ext cx="10978515" cy="5904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918" y="1137920"/>
            <a:ext cx="8238744" cy="4834800"/>
          </a:xfr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  <a:lvl2pPr marL="356870">
              <a:defRPr>
                <a:solidFill>
                  <a:schemeClr val="bg1"/>
                </a:solidFill>
              </a:defRPr>
            </a:lvl2pPr>
            <a:lvl3pPr marL="713105">
              <a:defRPr>
                <a:solidFill>
                  <a:schemeClr val="bg1"/>
                </a:solidFill>
              </a:defRPr>
            </a:lvl3pPr>
            <a:lvl4pPr marL="1069975">
              <a:defRPr>
                <a:solidFill>
                  <a:schemeClr val="bg1"/>
                </a:solidFill>
              </a:defRPr>
            </a:lvl4pPr>
            <a:lvl5pPr marL="1426210"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, no 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Line 10"/>
          <p:cNvSpPr>
            <a:spLocks noChangeShapeType="1"/>
          </p:cNvSpPr>
          <p:nvPr/>
        </p:nvSpPr>
        <p:spPr bwMode="auto">
          <a:xfrm>
            <a:off x="609600" y="908050"/>
            <a:ext cx="10980738" cy="0"/>
          </a:xfrm>
          <a:prstGeom prst="line">
            <a:avLst/>
          </a:prstGeom>
          <a:noFill/>
          <a:ln w="19050">
            <a:solidFill>
              <a:schemeClr val="bg2"/>
            </a:solidFill>
            <a:round/>
          </a:ln>
          <a:effectLst/>
        </p:spPr>
        <p:txBody>
          <a:bodyPr wrap="none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bg1"/>
              </a:solidFill>
            </a:endParaRPr>
          </a:p>
        </p:txBody>
      </p:sp>
      <p:pic>
        <p:nvPicPr>
          <p:cNvPr id="4" name="Picture 7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1290300" y="0"/>
            <a:ext cx="908050" cy="908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918" y="294200"/>
            <a:ext cx="10978515" cy="59088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GB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lumns, no heading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Line 10"/>
          <p:cNvSpPr>
            <a:spLocks noChangeShapeType="1"/>
          </p:cNvSpPr>
          <p:nvPr/>
        </p:nvSpPr>
        <p:spPr bwMode="auto">
          <a:xfrm>
            <a:off x="609600" y="908050"/>
            <a:ext cx="10980738" cy="0"/>
          </a:xfrm>
          <a:prstGeom prst="line">
            <a:avLst/>
          </a:prstGeom>
          <a:noFill/>
          <a:ln w="19050">
            <a:solidFill>
              <a:schemeClr val="bg2"/>
            </a:solidFill>
            <a:round/>
          </a:ln>
          <a:effectLst/>
        </p:spPr>
        <p:txBody>
          <a:bodyPr wrap="none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bg1"/>
              </a:solidFill>
            </a:endParaRPr>
          </a:p>
        </p:txBody>
      </p:sp>
      <p:pic>
        <p:nvPicPr>
          <p:cNvPr id="6" name="Picture 7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1290300" y="0"/>
            <a:ext cx="908050" cy="908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918" y="294200"/>
            <a:ext cx="10978515" cy="59088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918" y="1137919"/>
            <a:ext cx="5387605" cy="4834800"/>
          </a:xfrm>
        </p:spPr>
        <p:txBody>
          <a:bodyPr/>
          <a:lstStyle>
            <a:lvl1pPr>
              <a:defRPr sz="2000">
                <a:solidFill>
                  <a:schemeClr val="bg1"/>
                </a:solidFill>
              </a:defRPr>
            </a:lvl1pPr>
            <a:lvl2pPr>
              <a:defRPr sz="1800">
                <a:solidFill>
                  <a:schemeClr val="bg1"/>
                </a:solidFill>
              </a:defRPr>
            </a:lvl2pPr>
            <a:lvl3pPr>
              <a:defRPr sz="1600">
                <a:solidFill>
                  <a:schemeClr val="bg1"/>
                </a:solidFill>
              </a:defRPr>
            </a:lvl3pPr>
            <a:lvl4pPr>
              <a:defRPr sz="1400">
                <a:solidFill>
                  <a:schemeClr val="bg1"/>
                </a:solidFill>
              </a:defRPr>
            </a:lvl4pPr>
            <a:lvl5pPr>
              <a:defRPr sz="1200">
                <a:solidFill>
                  <a:schemeClr val="bg1"/>
                </a:solidFill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0828" y="1137919"/>
            <a:ext cx="5387605" cy="4834800"/>
          </a:xfrm>
        </p:spPr>
        <p:txBody>
          <a:bodyPr/>
          <a:lstStyle>
            <a:lvl1pPr>
              <a:defRPr sz="2000">
                <a:solidFill>
                  <a:schemeClr val="bg1"/>
                </a:solidFill>
              </a:defRPr>
            </a:lvl1pPr>
            <a:lvl2pPr>
              <a:defRPr sz="1800">
                <a:solidFill>
                  <a:schemeClr val="bg1"/>
                </a:solidFill>
              </a:defRPr>
            </a:lvl2pPr>
            <a:lvl3pPr>
              <a:defRPr sz="1600">
                <a:solidFill>
                  <a:schemeClr val="bg1"/>
                </a:solidFill>
              </a:defRPr>
            </a:lvl3pPr>
            <a:lvl4pPr>
              <a:defRPr sz="1400">
                <a:solidFill>
                  <a:schemeClr val="bg1"/>
                </a:solidFill>
              </a:defRPr>
            </a:lvl4pPr>
            <a:lvl5pPr>
              <a:defRPr sz="1200">
                <a:solidFill>
                  <a:schemeClr val="bg1"/>
                </a:solidFill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s with heading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Line 10"/>
          <p:cNvSpPr>
            <a:spLocks noChangeShapeType="1"/>
          </p:cNvSpPr>
          <p:nvPr/>
        </p:nvSpPr>
        <p:spPr bwMode="auto">
          <a:xfrm>
            <a:off x="609600" y="908050"/>
            <a:ext cx="10980738" cy="0"/>
          </a:xfrm>
          <a:prstGeom prst="line">
            <a:avLst/>
          </a:prstGeom>
          <a:noFill/>
          <a:ln w="19050">
            <a:solidFill>
              <a:schemeClr val="bg2"/>
            </a:solidFill>
            <a:round/>
          </a:ln>
          <a:effectLst/>
        </p:spPr>
        <p:txBody>
          <a:bodyPr wrap="none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bg1"/>
              </a:solidFill>
            </a:endParaRPr>
          </a:p>
        </p:txBody>
      </p:sp>
      <p:pic>
        <p:nvPicPr>
          <p:cNvPr id="8" name="Picture 7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1290300" y="0"/>
            <a:ext cx="908050" cy="908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12648" y="1869440"/>
            <a:ext cx="5393208" cy="4256075"/>
          </a:xfrm>
        </p:spPr>
        <p:txBody>
          <a:bodyPr/>
          <a:lstStyle>
            <a:lvl1pPr>
              <a:defRPr sz="2000">
                <a:solidFill>
                  <a:schemeClr val="bg1"/>
                </a:solidFill>
              </a:defRPr>
            </a:lvl1pPr>
            <a:lvl2pPr>
              <a:defRPr sz="1800">
                <a:solidFill>
                  <a:schemeClr val="bg1"/>
                </a:solidFill>
              </a:defRPr>
            </a:lvl2pPr>
            <a:lvl3pPr>
              <a:defRPr sz="1600">
                <a:solidFill>
                  <a:schemeClr val="bg1"/>
                </a:solidFill>
              </a:defRPr>
            </a:lvl3pPr>
            <a:lvl4pPr>
              <a:defRPr sz="1400">
                <a:solidFill>
                  <a:schemeClr val="bg1"/>
                </a:solidFill>
              </a:defRPr>
            </a:lvl4pPr>
            <a:lvl5pPr>
              <a:defRPr sz="1200">
                <a:solidFill>
                  <a:schemeClr val="bg1"/>
                </a:solidFill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9632" y="1869440"/>
            <a:ext cx="5393208" cy="4256075"/>
          </a:xfrm>
        </p:spPr>
        <p:txBody>
          <a:bodyPr/>
          <a:lstStyle>
            <a:lvl1pPr>
              <a:defRPr sz="2000">
                <a:solidFill>
                  <a:schemeClr val="bg1"/>
                </a:solidFill>
              </a:defRPr>
            </a:lvl1pPr>
            <a:lvl2pPr>
              <a:defRPr sz="1800">
                <a:solidFill>
                  <a:schemeClr val="bg1"/>
                </a:solidFill>
              </a:defRPr>
            </a:lvl2pPr>
            <a:lvl3pPr>
              <a:defRPr sz="1600">
                <a:solidFill>
                  <a:schemeClr val="bg1"/>
                </a:solidFill>
              </a:defRPr>
            </a:lvl3pPr>
            <a:lvl4pPr>
              <a:defRPr sz="1400">
                <a:solidFill>
                  <a:schemeClr val="bg1"/>
                </a:solidFill>
              </a:defRPr>
            </a:lvl4pPr>
            <a:lvl5pPr>
              <a:defRPr sz="1200">
                <a:solidFill>
                  <a:schemeClr val="bg1"/>
                </a:solidFill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2"/>
          </p:nvPr>
        </p:nvSpPr>
        <p:spPr>
          <a:xfrm>
            <a:off x="609918" y="1137920"/>
            <a:ext cx="5393208" cy="640800"/>
          </a:xfrm>
        </p:spPr>
        <p:txBody>
          <a:bodyPr/>
          <a:lstStyle>
            <a:lvl1pPr>
              <a:buNone/>
              <a:defRPr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199632" y="1137920"/>
            <a:ext cx="5393208" cy="640800"/>
          </a:xfrm>
        </p:spPr>
        <p:txBody>
          <a:bodyPr/>
          <a:lstStyle>
            <a:lvl1pPr>
              <a:buNone/>
              <a:defRPr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918" y="294200"/>
            <a:ext cx="10978515" cy="59088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ey 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6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1290300" y="0"/>
            <a:ext cx="908050" cy="908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cused da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6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1290300" y="0"/>
            <a:ext cx="908050" cy="908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6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1290300" y="0"/>
            <a:ext cx="908050" cy="908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6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1290300" y="0"/>
            <a:ext cx="908050" cy="908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6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1290300" y="0"/>
            <a:ext cx="908050" cy="908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6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1290300" y="0"/>
            <a:ext cx="908050" cy="908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" name="Media Placeholder 2"/>
          <p:cNvSpPr>
            <a:spLocks noGrp="1"/>
          </p:cNvSpPr>
          <p:nvPr>
            <p:ph type="media" sz="quarter" idx="10" hasCustomPrompt="1"/>
          </p:nvPr>
        </p:nvSpPr>
        <p:spPr>
          <a:xfrm>
            <a:off x="0" y="0"/>
            <a:ext cx="12198350" cy="6858000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/>
            </a:lvl1pPr>
          </a:lstStyle>
          <a:p>
            <a:pPr lvl="0"/>
            <a:r>
              <a:rPr lang="en-US" noProof="0" smtClean="0"/>
              <a:t>Click icon to add media</a:t>
            </a:r>
            <a:endParaRPr lang="en-IN" noProof="0" dirty="0"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Final leg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6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1290300" y="0"/>
            <a:ext cx="908050" cy="908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8" name="Content Placeholder 2"/>
          <p:cNvSpPr>
            <a:spLocks noGrp="1"/>
          </p:cNvSpPr>
          <p:nvPr>
            <p:ph idx="1"/>
          </p:nvPr>
        </p:nvSpPr>
        <p:spPr>
          <a:xfrm>
            <a:off x="607799" y="719139"/>
            <a:ext cx="4677635" cy="5210062"/>
          </a:xfrm>
        </p:spPr>
        <p:txBody>
          <a:bodyPr/>
          <a:lstStyle>
            <a:lvl1pPr marL="0" indent="0" algn="l" defTabSz="995680" rtl="0" fontAlgn="base">
              <a:lnSpc>
                <a:spcPct val="100000"/>
              </a:lnSpc>
              <a:spcBef>
                <a:spcPct val="70000"/>
              </a:spcBef>
              <a:spcAft>
                <a:spcPct val="0"/>
              </a:spcAft>
              <a:buSzPct val="100000"/>
              <a:buNone/>
              <a:defRPr lang="en-US" sz="1200" kern="1200" noProof="0" dirty="0" smtClean="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1pPr>
            <a:lvl2pPr marL="0" indent="0" algn="l" defTabSz="995680" rtl="0"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ct val="100000"/>
              <a:buNone/>
              <a:defRPr lang="en-US" sz="900" b="1" kern="1200" noProof="0" dirty="0" smtClean="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2pPr>
            <a:lvl3pPr marL="176530" indent="-176530" algn="l" defTabSz="995680" rtl="0"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70000"/>
              <a:buFont typeface="Arial" panose="020B0604020202020204" pitchFamily="34" charset="0"/>
              <a:buChar char="►"/>
              <a:defRPr lang="en-US" sz="900" b="1" kern="1200" noProof="0" dirty="0" smtClean="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3pPr>
            <a:lvl4pPr marL="0" indent="0" algn="l" defTabSz="995680" rtl="0"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ct val="100000"/>
              <a:buNone/>
              <a:defRPr lang="en-US" sz="800" kern="1200" noProof="0" dirty="0" smtClean="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4pPr>
            <a:lvl5pPr marL="189230" indent="-189230" algn="l" defTabSz="995680" rtl="0"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70000"/>
              <a:buFont typeface="Arial" panose="020B0604020202020204" pitchFamily="34" charset="0"/>
              <a:buChar char="►"/>
              <a:defRPr lang="en-US" sz="800" kern="1200" noProof="0" dirty="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5pPr>
          </a:lstStyle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  <a:endParaRPr lang="en-US" noProof="0" dirty="0"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6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1290300" y="0"/>
            <a:ext cx="908050" cy="908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 noChangeArrowheads="1"/>
          </p:cNvSpPr>
          <p:nvPr>
            <p:ph type="title"/>
          </p:nvPr>
        </p:nvSpPr>
        <p:spPr bwMode="auto">
          <a:xfrm>
            <a:off x="609600" y="293688"/>
            <a:ext cx="10979150" cy="592137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0" tIns="0" rIns="0" bIns="0" numCol="1" anchor="t" anchorCtr="0" compatLnSpc="1"/>
          <a:lstStyle/>
          <a:p>
            <a:pPr lvl="0"/>
            <a:r>
              <a:rPr lang="en-US" smtClean="0"/>
              <a:t>Click to edit Master title style</a:t>
            </a:r>
            <a:endParaRPr lang="en-GB" smtClean="0"/>
          </a:p>
        </p:txBody>
      </p:sp>
      <p:sp>
        <p:nvSpPr>
          <p:cNvPr id="1027" name="Text Placeholder 2"/>
          <p:cNvSpPr>
            <a:spLocks noGrp="1" noChangeArrowheads="1"/>
          </p:cNvSpPr>
          <p:nvPr>
            <p:ph type="body" idx="1"/>
          </p:nvPr>
        </p:nvSpPr>
        <p:spPr bwMode="auto">
          <a:xfrm>
            <a:off x="609600" y="1138238"/>
            <a:ext cx="10979150" cy="4948237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0" tIns="0" rIns="0" bIns="0" numCol="1" anchor="t" anchorCtr="0" compatLnSpc="1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 smtClean="0"/>
          </a:p>
        </p:txBody>
      </p:sp>
      <p:sp>
        <p:nvSpPr>
          <p:cNvPr id="18" name="Date Placeholder 1"/>
          <p:cNvSpPr txBox="1"/>
          <p:nvPr/>
        </p:nvSpPr>
        <p:spPr>
          <a:xfrm>
            <a:off x="10642600" y="6470650"/>
            <a:ext cx="1192213" cy="18097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>
              <a:defRPr sz="800">
                <a:solidFill>
                  <a:schemeClr val="bg1"/>
                </a:solidFill>
                <a:latin typeface="EYInterstate" panose="02000503020000020004" pitchFamily="2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fld id="{7DBDBB20-DA7B-4EA8-9594-84A1D3A4EA29}" type="datetime3">
              <a:rPr lang="en-US" smtClean="0">
                <a:latin typeface="Calibri Light" panose="020F0302020204030204" pitchFamily="34" charset="0"/>
                <a:cs typeface="Calibri Light" panose="020F0302020204030204" pitchFamily="34" charset="0"/>
              </a:rPr>
              <a:t>29 June 2023</a:t>
            </a:fld>
            <a:endParaRPr lang="en-IN" dirty="0"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19" name="Footer Placeholder 2"/>
          <p:cNvSpPr txBox="1"/>
          <p:nvPr/>
        </p:nvSpPr>
        <p:spPr>
          <a:xfrm>
            <a:off x="3162300" y="6470650"/>
            <a:ext cx="3086100" cy="18097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>
              <a:defRPr sz="800">
                <a:solidFill>
                  <a:schemeClr val="bg1"/>
                </a:solidFill>
                <a:latin typeface="EYInterstate" panose="02000503020000020004" pitchFamily="2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b="1" dirty="0">
                <a:latin typeface="Calibri Light" panose="020F0302020204030204" pitchFamily="34" charset="0"/>
                <a:cs typeface="Calibri Light" panose="020F0302020204030204" pitchFamily="34" charset="0"/>
              </a:rPr>
              <a:t>Maharashtra State Board of Technical Education</a:t>
            </a:r>
          </a:p>
        </p:txBody>
      </p:sp>
      <p:sp>
        <p:nvSpPr>
          <p:cNvPr id="23" name="Slide Number Placeholder 4"/>
          <p:cNvSpPr txBox="1"/>
          <p:nvPr/>
        </p:nvSpPr>
        <p:spPr>
          <a:xfrm>
            <a:off x="609600" y="6470650"/>
            <a:ext cx="663575" cy="180975"/>
          </a:xfrm>
          <a:prstGeom prst="rect">
            <a:avLst/>
          </a:prstGeom>
        </p:spPr>
        <p:txBody>
          <a:bodyPr lIns="0"/>
          <a:lstStyle/>
          <a:p>
            <a:pPr eaLnBrk="1" hangingPunct="1"/>
            <a:r>
              <a:rPr lang="en-GB" sz="800">
                <a:solidFill>
                  <a:schemeClr val="bg1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Page </a:t>
            </a:r>
            <a:fld id="{2B799155-B931-4E89-9C5D-8B7ABC866E3F}" type="slidenum">
              <a:rPr lang="en-IN" sz="800">
                <a:solidFill>
                  <a:schemeClr val="bg1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‹#›</a:t>
            </a:fld>
            <a:endParaRPr lang="en-US" sz="800">
              <a:solidFill>
                <a:schemeClr val="bg1"/>
              </a:solidFill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  <p:sldLayoutId id="2147483670" r:id="rId22"/>
    <p:sldLayoutId id="2147483671" r:id="rId23"/>
    <p:sldLayoutId id="2147483672" r:id="rId24"/>
    <p:sldLayoutId id="2147483673" r:id="rId25"/>
  </p:sldLayoutIdLst>
  <p:hf hdr="0"/>
  <p:txStyles>
    <p:titleStyle>
      <a:lvl1pPr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defRPr sz="2400" kern="1200">
          <a:solidFill>
            <a:schemeClr val="bg1"/>
          </a:solidFill>
          <a:latin typeface="Calibri Light" panose="020F0302020204030204" pitchFamily="34" charset="0"/>
          <a:ea typeface="Calibri Light" panose="020F0302020204030204" pitchFamily="34" charset="0"/>
          <a:cs typeface="Calibri Light" panose="020F0302020204030204" pitchFamily="34" charset="0"/>
        </a:defRPr>
      </a:lvl1pPr>
      <a:lvl2pPr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defRPr sz="2400">
          <a:solidFill>
            <a:schemeClr val="bg1"/>
          </a:solidFill>
          <a:latin typeface="Calibri Light" panose="020F0302020204030204" pitchFamily="34" charset="0"/>
          <a:ea typeface="Calibri Light" panose="020F0302020204030204" pitchFamily="34" charset="0"/>
          <a:cs typeface="Calibri Light" panose="020F0302020204030204" pitchFamily="34" charset="0"/>
        </a:defRPr>
      </a:lvl2pPr>
      <a:lvl3pPr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defRPr sz="2400">
          <a:solidFill>
            <a:schemeClr val="bg1"/>
          </a:solidFill>
          <a:latin typeface="Calibri Light" panose="020F0302020204030204" pitchFamily="34" charset="0"/>
          <a:ea typeface="Calibri Light" panose="020F0302020204030204" pitchFamily="34" charset="0"/>
          <a:cs typeface="Calibri Light" panose="020F0302020204030204" pitchFamily="34" charset="0"/>
        </a:defRPr>
      </a:lvl3pPr>
      <a:lvl4pPr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defRPr sz="2400">
          <a:solidFill>
            <a:schemeClr val="bg1"/>
          </a:solidFill>
          <a:latin typeface="Calibri Light" panose="020F0302020204030204" pitchFamily="34" charset="0"/>
          <a:ea typeface="Calibri Light" panose="020F0302020204030204" pitchFamily="34" charset="0"/>
          <a:cs typeface="Calibri Light" panose="020F0302020204030204" pitchFamily="34" charset="0"/>
        </a:defRPr>
      </a:lvl4pPr>
      <a:lvl5pPr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defRPr sz="2400">
          <a:solidFill>
            <a:schemeClr val="bg1"/>
          </a:solidFill>
          <a:latin typeface="Calibri Light" panose="020F0302020204030204" pitchFamily="34" charset="0"/>
          <a:ea typeface="Calibri Light" panose="020F0302020204030204" pitchFamily="34" charset="0"/>
          <a:cs typeface="Calibri Light" panose="020F0302020204030204" pitchFamily="34" charset="0"/>
        </a:defRPr>
      </a:lvl5pPr>
      <a:lvl6pPr marL="457200"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defRPr sz="2400">
          <a:solidFill>
            <a:schemeClr val="bg1"/>
          </a:solidFill>
          <a:latin typeface="Calibri Light" panose="020F0302020204030204" pitchFamily="34" charset="0"/>
          <a:ea typeface="Calibri Light" panose="020F0302020204030204" pitchFamily="34" charset="0"/>
          <a:cs typeface="Calibri Light" panose="020F0302020204030204" pitchFamily="34" charset="0"/>
        </a:defRPr>
      </a:lvl6pPr>
      <a:lvl7pPr marL="914400"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defRPr sz="2400">
          <a:solidFill>
            <a:schemeClr val="bg1"/>
          </a:solidFill>
          <a:latin typeface="Calibri Light" panose="020F0302020204030204" pitchFamily="34" charset="0"/>
          <a:ea typeface="Calibri Light" panose="020F0302020204030204" pitchFamily="34" charset="0"/>
          <a:cs typeface="Calibri Light" panose="020F0302020204030204" pitchFamily="34" charset="0"/>
        </a:defRPr>
      </a:lvl7pPr>
      <a:lvl8pPr marL="1371600"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defRPr sz="2400">
          <a:solidFill>
            <a:schemeClr val="bg1"/>
          </a:solidFill>
          <a:latin typeface="Calibri Light" panose="020F0302020204030204" pitchFamily="34" charset="0"/>
          <a:ea typeface="Calibri Light" panose="020F0302020204030204" pitchFamily="34" charset="0"/>
          <a:cs typeface="Calibri Light" panose="020F0302020204030204" pitchFamily="34" charset="0"/>
        </a:defRPr>
      </a:lvl8pPr>
      <a:lvl9pPr marL="1828800"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defRPr sz="2400">
          <a:solidFill>
            <a:schemeClr val="bg1"/>
          </a:solidFill>
          <a:latin typeface="Calibri Light" panose="020F0302020204030204" pitchFamily="34" charset="0"/>
          <a:ea typeface="Calibri Light" panose="020F0302020204030204" pitchFamily="34" charset="0"/>
          <a:cs typeface="Calibri Light" panose="020F0302020204030204" pitchFamily="34" charset="0"/>
        </a:defRPr>
      </a:lvl9pPr>
    </p:titleStyle>
    <p:bodyStyle>
      <a:lvl1pPr marL="355600" indent="-355600" algn="l" rtl="0" eaLnBrk="1" fontAlgn="base" hangingPunct="1">
        <a:spcBef>
          <a:spcPct val="20000"/>
        </a:spcBef>
        <a:spcAft>
          <a:spcPct val="0"/>
        </a:spcAft>
        <a:buClr>
          <a:schemeClr val="bg2"/>
        </a:buClr>
        <a:buSzPct val="70000"/>
        <a:buFont typeface="Arial" panose="020B0604020202020204" pitchFamily="34" charset="0"/>
        <a:buChar char="►"/>
        <a:defRPr sz="2000" kern="1200">
          <a:solidFill>
            <a:schemeClr val="bg1"/>
          </a:solidFill>
          <a:latin typeface="Calibri Light" panose="020F0302020204030204" pitchFamily="34" charset="0"/>
          <a:ea typeface="Calibri Light" panose="020F0302020204030204" pitchFamily="34" charset="0"/>
          <a:cs typeface="Calibri Light" panose="020F0302020204030204" pitchFamily="34" charset="0"/>
        </a:defRPr>
      </a:lvl1pPr>
      <a:lvl2pPr marL="713105" indent="-355600" algn="l" rtl="0" eaLnBrk="1" fontAlgn="base" hangingPunct="1">
        <a:spcBef>
          <a:spcPct val="20000"/>
        </a:spcBef>
        <a:spcAft>
          <a:spcPct val="0"/>
        </a:spcAft>
        <a:buClr>
          <a:schemeClr val="bg2"/>
        </a:buClr>
        <a:buSzPct val="70000"/>
        <a:buFont typeface="Arial" panose="020B0604020202020204" pitchFamily="34" charset="0"/>
        <a:buChar char="►"/>
        <a:defRPr kern="1200">
          <a:solidFill>
            <a:schemeClr val="bg1"/>
          </a:solidFill>
          <a:latin typeface="Calibri Light" panose="020F0302020204030204" pitchFamily="34" charset="0"/>
          <a:ea typeface="Calibri Light" panose="020F0302020204030204" pitchFamily="34" charset="0"/>
          <a:cs typeface="Calibri Light" panose="020F0302020204030204" pitchFamily="34" charset="0"/>
        </a:defRPr>
      </a:lvl2pPr>
      <a:lvl3pPr marL="1068705" indent="-355600" algn="l" rtl="0" eaLnBrk="1" fontAlgn="base" hangingPunct="1">
        <a:spcBef>
          <a:spcPct val="20000"/>
        </a:spcBef>
        <a:spcAft>
          <a:spcPct val="0"/>
        </a:spcAft>
        <a:buClr>
          <a:schemeClr val="bg2"/>
        </a:buClr>
        <a:buSzPct val="70000"/>
        <a:buFont typeface="Arial" panose="020B0604020202020204" pitchFamily="34" charset="0"/>
        <a:buChar char="►"/>
        <a:defRPr sz="1600" kern="1200">
          <a:solidFill>
            <a:schemeClr val="bg1"/>
          </a:solidFill>
          <a:latin typeface="Calibri Light" panose="020F0302020204030204" pitchFamily="34" charset="0"/>
          <a:ea typeface="Calibri Light" panose="020F0302020204030204" pitchFamily="34" charset="0"/>
          <a:cs typeface="Calibri Light" panose="020F0302020204030204" pitchFamily="34" charset="0"/>
        </a:defRPr>
      </a:lvl3pPr>
      <a:lvl4pPr marL="1425575" indent="-355600" algn="l" rtl="0" eaLnBrk="1" fontAlgn="base" hangingPunct="1">
        <a:spcBef>
          <a:spcPct val="20000"/>
        </a:spcBef>
        <a:spcAft>
          <a:spcPct val="0"/>
        </a:spcAft>
        <a:buClr>
          <a:schemeClr val="bg2"/>
        </a:buClr>
        <a:buSzPct val="70000"/>
        <a:buFont typeface="Arial" panose="020B0604020202020204" pitchFamily="34" charset="0"/>
        <a:buChar char="►"/>
        <a:defRPr sz="1400" kern="1200">
          <a:solidFill>
            <a:schemeClr val="bg1"/>
          </a:solidFill>
          <a:latin typeface="Calibri Light" panose="020F0302020204030204" pitchFamily="34" charset="0"/>
          <a:ea typeface="Calibri Light" panose="020F0302020204030204" pitchFamily="34" charset="0"/>
          <a:cs typeface="Calibri Light" panose="020F0302020204030204" pitchFamily="34" charset="0"/>
        </a:defRPr>
      </a:lvl4pPr>
      <a:lvl5pPr marL="1783080" indent="-355600" algn="l" rtl="0" eaLnBrk="1" fontAlgn="base" hangingPunct="1">
        <a:spcBef>
          <a:spcPct val="20000"/>
        </a:spcBef>
        <a:spcAft>
          <a:spcPct val="0"/>
        </a:spcAft>
        <a:buClr>
          <a:schemeClr val="bg2"/>
        </a:buClr>
        <a:buSzPct val="70000"/>
        <a:buFont typeface="Arial" panose="020B0604020202020204" pitchFamily="34" charset="0"/>
        <a:buChar char="►"/>
        <a:defRPr sz="1200" kern="1200">
          <a:solidFill>
            <a:schemeClr val="bg1"/>
          </a:solidFill>
          <a:latin typeface="Calibri Light" panose="020F0302020204030204" pitchFamily="34" charset="0"/>
          <a:ea typeface="Calibri Light" panose="020F0302020204030204" pitchFamily="34" charset="0"/>
          <a:cs typeface="Calibri Light" panose="020F0302020204030204" pitchFamily="34" charset="0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jpeg"/><Relationship Id="rId13" Type="http://schemas.openxmlformats.org/officeDocument/2006/relationships/image" Target="../media/image15.jpeg"/><Relationship Id="rId3" Type="http://schemas.openxmlformats.org/officeDocument/2006/relationships/image" Target="../media/image5.jpeg"/><Relationship Id="rId7" Type="http://schemas.openxmlformats.org/officeDocument/2006/relationships/image" Target="../media/image9.jpeg"/><Relationship Id="rId12" Type="http://schemas.openxmlformats.org/officeDocument/2006/relationships/image" Target="../media/image14.jpe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8.jpeg"/><Relationship Id="rId11" Type="http://schemas.openxmlformats.org/officeDocument/2006/relationships/image" Target="../media/image13.jpeg"/><Relationship Id="rId5" Type="http://schemas.openxmlformats.org/officeDocument/2006/relationships/image" Target="../media/image7.jpeg"/><Relationship Id="rId10" Type="http://schemas.openxmlformats.org/officeDocument/2006/relationships/image" Target="../media/image12.jpeg"/><Relationship Id="rId4" Type="http://schemas.openxmlformats.org/officeDocument/2006/relationships/image" Target="../media/image6.jpeg"/><Relationship Id="rId9" Type="http://schemas.openxmlformats.org/officeDocument/2006/relationships/image" Target="../media/image11.jpeg"/><Relationship Id="rId14" Type="http://schemas.openxmlformats.org/officeDocument/2006/relationships/image" Target="../media/image16.jpe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hyperlink" Target="http://www.vectorstock.com/" TargetMode="External"/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GIF"/><Relationship Id="rId1" Type="http://schemas.openxmlformats.org/officeDocument/2006/relationships/slideLayout" Target="../slideLayouts/slideLayout2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9" name="Subtitle 12"/>
          <p:cNvSpPr>
            <a:spLocks noGrp="1" noChangeArrowheads="1"/>
          </p:cNvSpPr>
          <p:nvPr>
            <p:ph type="subTitle" idx="1"/>
          </p:nvPr>
        </p:nvSpPr>
        <p:spPr>
          <a:xfrm>
            <a:off x="776288" y="4109142"/>
            <a:ext cx="5793844" cy="654755"/>
          </a:xfrm>
        </p:spPr>
        <p:txBody>
          <a:bodyPr/>
          <a:lstStyle/>
          <a:p>
            <a:r>
              <a:rPr lang="en-IN" sz="2400" b="1" dirty="0" smtClean="0"/>
              <a:t>MSBTE LEAD- STUDY AT YOUR DOORSTEP </a:t>
            </a:r>
          </a:p>
        </p:txBody>
      </p:sp>
      <p:sp>
        <p:nvSpPr>
          <p:cNvPr id="7" name="Title 1"/>
          <p:cNvSpPr>
            <a:spLocks noGrp="1" noChangeArrowheads="1"/>
          </p:cNvSpPr>
          <p:nvPr>
            <p:ph type="ctrTitle"/>
          </p:nvPr>
        </p:nvSpPr>
        <p:spPr>
          <a:xfrm>
            <a:off x="915987" y="1046162"/>
            <a:ext cx="5654145" cy="860425"/>
          </a:xfrm>
        </p:spPr>
        <p:txBody>
          <a:bodyPr/>
          <a:lstStyle/>
          <a:p>
            <a:r>
              <a:rPr lang="en-IN" b="1" dirty="0" smtClean="0"/>
              <a:t>Course- ENVIRONMENTAL STUDIES</a:t>
            </a:r>
            <a:br>
              <a:rPr lang="en-IN" b="1" dirty="0" smtClean="0"/>
            </a:br>
            <a:r>
              <a:rPr lang="en-IN" b="1" dirty="0" smtClean="0"/>
              <a:t>Course Code – 22447</a:t>
            </a:r>
            <a:br>
              <a:rPr lang="en-IN" b="1" dirty="0" smtClean="0"/>
            </a:br>
            <a:r>
              <a:rPr lang="en-IN" b="1" dirty="0" smtClean="0"/>
              <a:t/>
            </a:r>
            <a:br>
              <a:rPr lang="en-IN" b="1" dirty="0" smtClean="0"/>
            </a:br>
            <a:r>
              <a:rPr lang="en-IN" sz="28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800" b="1" dirty="0" smtClean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CO-a</a:t>
            </a:r>
            <a:r>
              <a:rPr lang="en-IN" sz="2800" dirty="0" smtClean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IN" sz="2800" b="1" dirty="0" smtClean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Develop Public Awareness </a:t>
            </a:r>
            <a:br>
              <a:rPr lang="en-IN" sz="2800" b="1" dirty="0" smtClean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800" b="1" dirty="0" smtClean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about Environment. </a:t>
            </a:r>
            <a:br>
              <a:rPr lang="en-IN" sz="2800" b="1" dirty="0" smtClean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b="1" dirty="0" smtClean="0"/>
              <a:t/>
            </a:r>
            <a:br>
              <a:rPr lang="en-IN" b="1" dirty="0" smtClean="0"/>
            </a:br>
            <a:r>
              <a:rPr lang="en-IN" b="1" dirty="0" smtClean="0"/>
              <a:t>Unit Outcome- UO 1a,1b, and 1c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78057" y="1906587"/>
            <a:ext cx="3556000" cy="1160318"/>
          </a:xfrm>
          <a:prstGeom prst="rect">
            <a:avLst/>
          </a:prstGeom>
          <a:noFill/>
        </p:spPr>
        <p:txBody>
          <a:bodyPr wrap="square" lIns="0" tIns="36576" rIns="0" bIns="0" rtlCol="0">
            <a:spAutoFit/>
          </a:bodyPr>
          <a:lstStyle/>
          <a:p>
            <a:pPr marL="356870" indent="-356870" algn="ctr">
              <a:lnSpc>
                <a:spcPct val="85000"/>
              </a:lnSpc>
              <a:spcAft>
                <a:spcPts val="600"/>
              </a:spcAft>
              <a:buClr>
                <a:schemeClr val="accent2"/>
              </a:buClr>
              <a:buSzPct val="70000"/>
            </a:pPr>
            <a:r>
              <a:rPr lang="en-US" sz="4000" b="1" dirty="0" smtClean="0">
                <a:solidFill>
                  <a:srgbClr val="003300"/>
                </a:solidFill>
                <a:latin typeface="Comic Sans MS" panose="030F0702030302020204" pitchFamily="66" charset="0"/>
              </a:rPr>
              <a:t>Topic – 1</a:t>
            </a:r>
          </a:p>
          <a:p>
            <a:pPr marL="356870" indent="-356870" algn="ctr">
              <a:lnSpc>
                <a:spcPct val="85000"/>
              </a:lnSpc>
              <a:spcAft>
                <a:spcPts val="600"/>
              </a:spcAft>
              <a:buClr>
                <a:schemeClr val="accent2"/>
              </a:buClr>
              <a:buSzPct val="70000"/>
            </a:pPr>
            <a:r>
              <a:rPr lang="en-US" sz="4000" b="1" dirty="0" smtClean="0">
                <a:solidFill>
                  <a:srgbClr val="003300"/>
                </a:solidFill>
                <a:latin typeface="Comic Sans MS" panose="030F0702030302020204" pitchFamily="66" charset="0"/>
              </a:rPr>
              <a:t>Environment</a:t>
            </a:r>
            <a:endParaRPr lang="en-IN" sz="4000" b="1" dirty="0" err="1" smtClean="0">
              <a:solidFill>
                <a:srgbClr val="003300"/>
              </a:solidFill>
              <a:latin typeface="Comic Sans MS" panose="030F0702030302020204" pitchFamily="66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Title 3"/>
          <p:cNvSpPr>
            <a:spLocks noGrp="1" noChangeArrowheads="1"/>
          </p:cNvSpPr>
          <p:nvPr>
            <p:ph type="title"/>
          </p:nvPr>
        </p:nvSpPr>
        <p:spPr>
          <a:xfrm>
            <a:off x="977310" y="293688"/>
            <a:ext cx="5603760" cy="590550"/>
          </a:xfrm>
        </p:spPr>
        <p:txBody>
          <a:bodyPr/>
          <a:lstStyle/>
          <a:p>
            <a:r>
              <a:rPr lang="en-IN" sz="2800" b="1" dirty="0" smtClean="0">
                <a:solidFill>
                  <a:srgbClr val="002060"/>
                </a:solidFill>
              </a:rPr>
              <a:t>What we will learn today </a:t>
            </a:r>
          </a:p>
        </p:txBody>
      </p:sp>
      <p:graphicFrame>
        <p:nvGraphicFramePr>
          <p:cNvPr id="38" name="Content Placeholder 20"/>
          <p:cNvGraphicFramePr>
            <a:graphicFrameLocks noGrp="1"/>
          </p:cNvGraphicFramePr>
          <p:nvPr>
            <p:ph type="tbl" sz="quarter" idx="10"/>
          </p:nvPr>
        </p:nvGraphicFramePr>
        <p:xfrm>
          <a:off x="1282120" y="1163782"/>
          <a:ext cx="4509090" cy="1828800"/>
        </p:xfrm>
        <a:graphic>
          <a:graphicData uri="http://schemas.openxmlformats.org/drawingml/2006/table">
            <a:tbl>
              <a:tblPr firstRow="1" bandRow="1"/>
              <a:tblGrid>
                <a:gridCol w="565024"/>
                <a:gridCol w="3944066"/>
              </a:tblGrid>
              <a:tr h="542255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EYInterstate Light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EYInterstate Light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EYInterstate Light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EYInterstate Light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EYInterstate Light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EYInterstate Light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EYInterstate Light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EYInterstate Light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EYInterstate Light"/>
                        </a:defRPr>
                      </a:lvl9pPr>
                    </a:lstStyle>
                    <a:p>
                      <a:pPr algn="ctr"/>
                      <a:r>
                        <a:rPr lang="en-GB" sz="2400" b="0" dirty="0">
                          <a:solidFill>
                            <a:schemeClr val="bg1"/>
                          </a:solidFill>
                          <a:latin typeface="Calibri" panose="020F0502020204030204" pitchFamily="34" charset="0"/>
                        </a:rPr>
                        <a:t>1.</a:t>
                      </a:r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EYInterstate Light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EYInterstate Light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EYInterstate Light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EYInterstate Light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EYInterstate Light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EYInterstate Light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EYInterstate Light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EYInterstate Light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EYInterstate Light"/>
                        </a:defRPr>
                      </a:lvl9pPr>
                    </a:lstStyle>
                    <a:p>
                      <a:pPr algn="l"/>
                      <a:r>
                        <a:rPr lang="en-GB" sz="2400" b="1" dirty="0" smtClean="0">
                          <a:solidFill>
                            <a:srgbClr val="003300"/>
                          </a:solidFill>
                          <a:latin typeface="Calibri" panose="020F0502020204030204" pitchFamily="34" charset="0"/>
                        </a:rPr>
                        <a:t>Agenda point </a:t>
                      </a:r>
                      <a:r>
                        <a:rPr lang="en-GB" sz="2400" b="0" dirty="0" smtClean="0">
                          <a:solidFill>
                            <a:schemeClr val="bg1"/>
                          </a:solidFill>
                          <a:latin typeface="Calibri" panose="020F0502020204030204" pitchFamily="34" charset="0"/>
                        </a:rPr>
                        <a:t>– </a:t>
                      </a:r>
                      <a:r>
                        <a:rPr lang="en-GB" sz="2400" b="0" dirty="0" smtClean="0">
                          <a:solidFill>
                            <a:schemeClr val="bg2"/>
                          </a:solidFill>
                          <a:latin typeface="Calibri" panose="020F0502020204030204" pitchFamily="34" charset="0"/>
                        </a:rPr>
                        <a:t>Environment , its need  and Scope.</a:t>
                      </a:r>
                      <a:endParaRPr lang="en-GB" sz="2400" b="0" dirty="0">
                        <a:solidFill>
                          <a:schemeClr val="bg2"/>
                        </a:solidFill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271128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EYInterstate Ligh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EYInterstate Ligh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EYInterstate Ligh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EYInterstate Ligh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EYInterstate Ligh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EYInterstate Ligh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EYInterstate Ligh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EYInterstate Ligh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EYInterstate Light"/>
                        </a:defRPr>
                      </a:lvl9pPr>
                    </a:lstStyle>
                    <a:p>
                      <a:pPr algn="ctr"/>
                      <a:r>
                        <a:rPr lang="en-GB" sz="2400" b="0" dirty="0">
                          <a:solidFill>
                            <a:schemeClr val="bg1"/>
                          </a:solidFill>
                          <a:latin typeface="Calibri" panose="020F0502020204030204" pitchFamily="34" charset="0"/>
                        </a:rPr>
                        <a:t>2.</a:t>
                      </a:r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EYInterstate Ligh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EYInterstate Ligh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EYInterstate Ligh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EYInterstate Ligh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EYInterstate Ligh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EYInterstate Ligh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EYInterstate Ligh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EYInterstate Ligh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EYInterstate Light"/>
                        </a:defRPr>
                      </a:lvl9pPr>
                    </a:lstStyle>
                    <a:p>
                      <a:pPr marL="0" marR="0" indent="0" algn="l" defTabSz="75565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GB" sz="2400" b="1" dirty="0">
                          <a:solidFill>
                            <a:srgbClr val="003300"/>
                          </a:solidFill>
                          <a:latin typeface="Calibri" panose="020F0502020204030204" pitchFamily="34" charset="0"/>
                        </a:rPr>
                        <a:t>Agenda </a:t>
                      </a:r>
                      <a:r>
                        <a:rPr lang="en-GB" sz="2400" b="1" dirty="0" smtClean="0">
                          <a:solidFill>
                            <a:srgbClr val="003300"/>
                          </a:solidFill>
                          <a:latin typeface="Calibri" panose="020F0502020204030204" pitchFamily="34" charset="0"/>
                        </a:rPr>
                        <a:t>point </a:t>
                      </a:r>
                      <a:r>
                        <a:rPr lang="en-GB" sz="2400" b="0" dirty="0" smtClean="0">
                          <a:solidFill>
                            <a:schemeClr val="bg1"/>
                          </a:solidFill>
                          <a:latin typeface="Calibri" panose="020F0502020204030204" pitchFamily="34" charset="0"/>
                        </a:rPr>
                        <a:t>– </a:t>
                      </a:r>
                      <a:r>
                        <a:rPr lang="en-GB" sz="2400" b="0" dirty="0" smtClean="0">
                          <a:solidFill>
                            <a:schemeClr val="bg2"/>
                          </a:solidFill>
                          <a:latin typeface="Calibri" panose="020F0502020204030204" pitchFamily="34" charset="0"/>
                        </a:rPr>
                        <a:t>Segments of Environment</a:t>
                      </a:r>
                      <a:endParaRPr lang="en-GB" sz="2400" b="0" dirty="0">
                        <a:solidFill>
                          <a:schemeClr val="bg2"/>
                        </a:solidFill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271128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EYInterstate Ligh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EYInterstate Ligh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EYInterstate Ligh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EYInterstate Ligh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EYInterstate Ligh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EYInterstate Ligh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EYInterstate Ligh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EYInterstate Ligh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EYInterstate Light"/>
                        </a:defRPr>
                      </a:lvl9pPr>
                    </a:lstStyle>
                    <a:p>
                      <a:pPr algn="l"/>
                      <a:endParaRPr lang="en-GB" sz="2400" b="0" dirty="0">
                        <a:solidFill>
                          <a:schemeClr val="bg1"/>
                        </a:solidFill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EYInterstate Ligh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EYInterstate Ligh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EYInterstate Ligh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EYInterstate Ligh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EYInterstate Ligh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EYInterstate Ligh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EYInterstate Ligh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EYInterstate Ligh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EYInterstate Light"/>
                        </a:defRPr>
                      </a:lvl9pPr>
                    </a:lstStyle>
                    <a:p>
                      <a:pPr marL="0" marR="0" lvl="0" indent="0" algn="l" defTabSz="75565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kumimoji="0" lang="en-GB" sz="2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34839" name="Text Placeholder 15"/>
          <p:cNvSpPr>
            <a:spLocks noGrp="1" noChangeArrowheads="1"/>
          </p:cNvSpPr>
          <p:nvPr>
            <p:ph type="body" sz="quarter" idx="17"/>
          </p:nvPr>
        </p:nvSpPr>
        <p:spPr>
          <a:xfrm>
            <a:off x="6122988" y="977251"/>
            <a:ext cx="5465762" cy="373062"/>
          </a:xfrm>
        </p:spPr>
        <p:txBody>
          <a:bodyPr/>
          <a:lstStyle/>
          <a:p>
            <a:r>
              <a:rPr lang="en-IN" sz="2400" b="1" dirty="0" smtClean="0">
                <a:solidFill>
                  <a:srgbClr val="C00000"/>
                </a:solidFill>
              </a:rPr>
              <a:t>Understand about environment and its segments.</a:t>
            </a:r>
          </a:p>
        </p:txBody>
      </p:sp>
      <p:sp>
        <p:nvSpPr>
          <p:cNvPr id="34840" name="Text Placeholder 16"/>
          <p:cNvSpPr>
            <a:spLocks noGrp="1" noChangeArrowheads="1"/>
          </p:cNvSpPr>
          <p:nvPr>
            <p:ph type="body" sz="quarter" idx="18"/>
          </p:nvPr>
        </p:nvSpPr>
        <p:spPr>
          <a:xfrm>
            <a:off x="6122988" y="1910929"/>
            <a:ext cx="5465762" cy="2328562"/>
          </a:xfrm>
        </p:spPr>
        <p:txBody>
          <a:bodyPr/>
          <a:lstStyle/>
          <a:p>
            <a:pPr lvl="1">
              <a:buNone/>
            </a:pPr>
            <a:r>
              <a:rPr lang="en-IN" sz="2200" b="1" dirty="0" smtClean="0">
                <a:solidFill>
                  <a:srgbClr val="002060"/>
                </a:solidFill>
              </a:rPr>
              <a:t>Content</a:t>
            </a:r>
          </a:p>
          <a:p>
            <a:pPr lvl="1">
              <a:buNone/>
            </a:pPr>
            <a:r>
              <a:rPr lang="en-US" sz="2200" b="1" dirty="0" smtClean="0">
                <a:solidFill>
                  <a:srgbClr val="002060"/>
                </a:solidFill>
              </a:rPr>
              <a:t>1.1	  Definitions. need of environmental studies.</a:t>
            </a:r>
            <a:endParaRPr lang="en-IN" sz="2200" b="1" dirty="0" smtClean="0">
              <a:solidFill>
                <a:srgbClr val="002060"/>
              </a:solidFill>
            </a:endParaRPr>
          </a:p>
          <a:p>
            <a:pPr lvl="1">
              <a:buNone/>
            </a:pPr>
            <a:r>
              <a:rPr lang="en-US" sz="2200" b="1" dirty="0" smtClean="0">
                <a:solidFill>
                  <a:srgbClr val="002060"/>
                </a:solidFill>
              </a:rPr>
              <a:t>1.2	  Segments of environment-Atmosphere,  Hydrosphere Lithosphere,  Biosphere. </a:t>
            </a:r>
            <a:endParaRPr lang="en-IN" sz="2200" b="1" dirty="0" smtClean="0">
              <a:solidFill>
                <a:srgbClr val="00206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348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500"/>
                                        <p:tgtEl>
                                          <p:spTgt spid="348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4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0" dur="500"/>
                                        <p:tgtEl>
                                          <p:spTgt spid="3484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4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3" dur="500"/>
                                        <p:tgtEl>
                                          <p:spTgt spid="3484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839" grpId="0" build="p"/>
      <p:bldP spid="34840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Title 1"/>
          <p:cNvSpPr>
            <a:spLocks noGrp="1" noChangeArrowheads="1"/>
          </p:cNvSpPr>
          <p:nvPr>
            <p:ph type="title"/>
          </p:nvPr>
        </p:nvSpPr>
        <p:spPr>
          <a:xfrm>
            <a:off x="982133" y="293688"/>
            <a:ext cx="7620000" cy="590550"/>
          </a:xfrm>
        </p:spPr>
        <p:txBody>
          <a:bodyPr/>
          <a:lstStyle/>
          <a:p>
            <a:r>
              <a:rPr lang="en-GB" sz="3200" b="1" dirty="0" smtClean="0">
                <a:solidFill>
                  <a:srgbClr val="000066"/>
                </a:solidFill>
              </a:rPr>
              <a:t>Learning Objective/ Key learning</a:t>
            </a:r>
          </a:p>
        </p:txBody>
      </p:sp>
      <p:sp>
        <p:nvSpPr>
          <p:cNvPr id="36867" name="Content Placeholder 2"/>
          <p:cNvSpPr>
            <a:spLocks noGrp="1" noChangeArrowheads="1"/>
          </p:cNvSpPr>
          <p:nvPr>
            <p:ph idx="1"/>
          </p:nvPr>
        </p:nvSpPr>
        <p:spPr>
          <a:xfrm>
            <a:off x="982345" y="1113790"/>
            <a:ext cx="10032365" cy="2221865"/>
          </a:xfrm>
        </p:spPr>
        <p:txBody>
          <a:bodyPr/>
          <a:lstStyle/>
          <a:p>
            <a:pPr>
              <a:buFont typeface="Wingdings" panose="05000000000000000000" charset="0"/>
              <a:buChar char="Ø"/>
            </a:pPr>
            <a:r>
              <a:rPr lang="en-IN" sz="3000" b="1" dirty="0" smtClean="0">
                <a:solidFill>
                  <a:srgbClr val="003300"/>
                </a:solidFill>
              </a:rPr>
              <a:t>1a. Discuss the scope of environment. </a:t>
            </a:r>
          </a:p>
          <a:p>
            <a:pPr>
              <a:buFont typeface="Wingdings" panose="05000000000000000000" charset="0"/>
              <a:buChar char="Ø"/>
            </a:pPr>
            <a:r>
              <a:rPr lang="en-IN" sz="3000" b="1" dirty="0" smtClean="0">
                <a:solidFill>
                  <a:srgbClr val="003300"/>
                </a:solidFill>
              </a:rPr>
              <a:t>1b. Describe various types of environment</a:t>
            </a:r>
          </a:p>
          <a:p>
            <a:pPr>
              <a:buFont typeface="Wingdings" panose="05000000000000000000" charset="0"/>
              <a:buChar char="Ø"/>
            </a:pPr>
            <a:r>
              <a:rPr lang="en-IN" sz="3000" b="1" dirty="0" smtClean="0">
                <a:solidFill>
                  <a:srgbClr val="003300"/>
                </a:solidFill>
              </a:rPr>
              <a:t>1c. Describe the importance of environmental studies.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368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3686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500"/>
                                        <p:tgtEl>
                                          <p:spTgt spid="3686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Title 1"/>
          <p:cNvSpPr>
            <a:spLocks noGrp="1" noChangeArrowheads="1"/>
          </p:cNvSpPr>
          <p:nvPr>
            <p:ph type="title"/>
          </p:nvPr>
        </p:nvSpPr>
        <p:spPr>
          <a:xfrm>
            <a:off x="1291526" y="293688"/>
            <a:ext cx="4978400" cy="590550"/>
          </a:xfrm>
        </p:spPr>
        <p:txBody>
          <a:bodyPr/>
          <a:lstStyle/>
          <a:p>
            <a:r>
              <a:rPr lang="en-IN" sz="2800" b="1" dirty="0" smtClean="0">
                <a:solidFill>
                  <a:srgbClr val="003300"/>
                </a:solidFill>
              </a:rPr>
              <a:t>Concept Map of Environment</a:t>
            </a:r>
          </a:p>
        </p:txBody>
      </p:sp>
      <p:grpSp>
        <p:nvGrpSpPr>
          <p:cNvPr id="2" name="Group 1"/>
          <p:cNvGrpSpPr/>
          <p:nvPr/>
        </p:nvGrpSpPr>
        <p:grpSpPr>
          <a:xfrm>
            <a:off x="1291590" y="935990"/>
            <a:ext cx="7777480" cy="5406390"/>
            <a:chOff x="2034" y="1474"/>
            <a:chExt cx="12248" cy="8514"/>
          </a:xfrm>
        </p:grpSpPr>
        <p:grpSp>
          <p:nvGrpSpPr>
            <p:cNvPr id="21" name="Group 20"/>
            <p:cNvGrpSpPr/>
            <p:nvPr/>
          </p:nvGrpSpPr>
          <p:grpSpPr>
            <a:xfrm>
              <a:off x="2034" y="1474"/>
              <a:ext cx="12249" cy="8514"/>
              <a:chOff x="1291525" y="936262"/>
              <a:chExt cx="7936650" cy="5470065"/>
            </a:xfrm>
          </p:grpSpPr>
          <p:pic>
            <p:nvPicPr>
              <p:cNvPr id="14340" name="Picture 4" descr="Multidisciplinary nature of Environmental Studies"/>
              <p:cNvPicPr>
                <a:picLocks noChangeAspect="1" noChangeArrowheads="1"/>
              </p:cNvPicPr>
              <p:nvPr/>
            </p:nvPicPr>
            <p:blipFill>
              <a:blip r:embed="rId2"/>
              <a:srcRect l="9018" r="7426" b="59480"/>
              <a:stretch>
                <a:fillRect/>
              </a:stretch>
            </p:blipFill>
            <p:spPr bwMode="auto">
              <a:xfrm>
                <a:off x="4255913" y="3319108"/>
                <a:ext cx="2393245" cy="2799293"/>
              </a:xfrm>
              <a:prstGeom prst="rect">
                <a:avLst/>
              </a:prstGeom>
              <a:noFill/>
            </p:spPr>
          </p:pic>
          <p:pic>
            <p:nvPicPr>
              <p:cNvPr id="14346" name="Picture 10" descr="Gale In Context: Environmental Studies"/>
              <p:cNvPicPr>
                <a:picLocks noChangeAspect="1" noChangeArrowheads="1"/>
              </p:cNvPicPr>
              <p:nvPr/>
            </p:nvPicPr>
            <p:blipFill>
              <a:blip r:embed="rId3"/>
              <a:srcRect t="11201" r="69652" b="22757"/>
              <a:stretch>
                <a:fillRect/>
              </a:stretch>
            </p:blipFill>
            <p:spPr bwMode="auto">
              <a:xfrm>
                <a:off x="6608800" y="2913939"/>
                <a:ext cx="2619375" cy="2650602"/>
              </a:xfrm>
              <a:prstGeom prst="rect">
                <a:avLst/>
              </a:prstGeom>
              <a:noFill/>
            </p:spPr>
          </p:pic>
          <p:pic>
            <p:nvPicPr>
              <p:cNvPr id="14348" name="Picture 12" descr="Studies to probe confluence of human, animal and environmental ..."/>
              <p:cNvPicPr>
                <a:picLocks noChangeAspect="1" noChangeArrowheads="1"/>
              </p:cNvPicPr>
              <p:nvPr/>
            </p:nvPicPr>
            <p:blipFill>
              <a:blip r:embed="rId4"/>
              <a:srcRect l="46916" t="65310" r="25216" b="8308"/>
              <a:stretch>
                <a:fillRect/>
              </a:stretch>
            </p:blipFill>
            <p:spPr bwMode="auto">
              <a:xfrm>
                <a:off x="1311980" y="3319108"/>
                <a:ext cx="2718153" cy="1286584"/>
              </a:xfrm>
              <a:prstGeom prst="rect">
                <a:avLst/>
              </a:prstGeom>
              <a:noFill/>
            </p:spPr>
          </p:pic>
          <p:pic>
            <p:nvPicPr>
              <p:cNvPr id="14350" name="Picture 14" descr="RBSE Solutions for Class 5 Environmental Studies Chapter 8 The ..."/>
              <p:cNvPicPr>
                <a:picLocks noChangeAspect="1" noChangeArrowheads="1"/>
              </p:cNvPicPr>
              <p:nvPr/>
            </p:nvPicPr>
            <p:blipFill>
              <a:blip r:embed="rId5"/>
              <a:srcRect l="70320" t="53740" r="5150" b="12858"/>
              <a:stretch>
                <a:fillRect/>
              </a:stretch>
            </p:blipFill>
            <p:spPr bwMode="auto">
              <a:xfrm>
                <a:off x="4030133" y="5542548"/>
                <a:ext cx="752355" cy="575853"/>
              </a:xfrm>
              <a:prstGeom prst="rect">
                <a:avLst/>
              </a:prstGeom>
              <a:noFill/>
            </p:spPr>
          </p:pic>
          <p:pic>
            <p:nvPicPr>
              <p:cNvPr id="11" name="Picture 14" descr="RBSE Solutions for Class 5 Environmental Studies Chapter 8 The ..."/>
              <p:cNvPicPr>
                <a:picLocks noChangeAspect="1" noChangeArrowheads="1"/>
              </p:cNvPicPr>
              <p:nvPr/>
            </p:nvPicPr>
            <p:blipFill>
              <a:blip r:embed="rId5"/>
              <a:srcRect l="14463" t="41757" r="51950"/>
              <a:stretch>
                <a:fillRect/>
              </a:stretch>
            </p:blipFill>
            <p:spPr bwMode="auto">
              <a:xfrm>
                <a:off x="4030134" y="3330683"/>
                <a:ext cx="584762" cy="569986"/>
              </a:xfrm>
              <a:prstGeom prst="rect">
                <a:avLst/>
              </a:prstGeom>
              <a:noFill/>
            </p:spPr>
          </p:pic>
          <p:pic>
            <p:nvPicPr>
              <p:cNvPr id="12" name="Picture 14" descr="RBSE Solutions for Class 5 Environmental Studies Chapter 8 The ..."/>
              <p:cNvPicPr>
                <a:picLocks noChangeAspect="1" noChangeArrowheads="1"/>
              </p:cNvPicPr>
              <p:nvPr/>
            </p:nvPicPr>
            <p:blipFill>
              <a:blip r:embed="rId5"/>
              <a:srcRect l="15589" t="3489" r="61767" b="60257"/>
              <a:stretch>
                <a:fillRect/>
              </a:stretch>
            </p:blipFill>
            <p:spPr bwMode="auto">
              <a:xfrm>
                <a:off x="3335654" y="1549625"/>
                <a:ext cx="694481" cy="625033"/>
              </a:xfrm>
              <a:prstGeom prst="rect">
                <a:avLst/>
              </a:prstGeom>
              <a:noFill/>
            </p:spPr>
          </p:pic>
          <p:pic>
            <p:nvPicPr>
              <p:cNvPr id="13" name="Picture 14" descr="RBSE Solutions for Class 5 Environmental Studies Chapter 8 The ..."/>
              <p:cNvPicPr>
                <a:picLocks noChangeAspect="1" noChangeArrowheads="1"/>
              </p:cNvPicPr>
              <p:nvPr/>
            </p:nvPicPr>
            <p:blipFill>
              <a:blip r:embed="rId5"/>
              <a:srcRect l="70320" t="53740" r="5150" b="12858"/>
              <a:stretch>
                <a:fillRect/>
              </a:stretch>
            </p:blipFill>
            <p:spPr bwMode="auto">
              <a:xfrm>
                <a:off x="5856445" y="5830474"/>
                <a:ext cx="752355" cy="575853"/>
              </a:xfrm>
              <a:prstGeom prst="rect">
                <a:avLst/>
              </a:prstGeom>
              <a:noFill/>
            </p:spPr>
          </p:pic>
          <p:pic>
            <p:nvPicPr>
              <p:cNvPr id="14352" name="Picture 16" descr="Environmental Science 10th Edition Richard Wright | Environmental ..."/>
              <p:cNvPicPr>
                <a:picLocks noChangeAspect="1" noChangeArrowheads="1"/>
              </p:cNvPicPr>
              <p:nvPr/>
            </p:nvPicPr>
            <p:blipFill>
              <a:blip r:embed="rId6"/>
              <a:srcRect l="22639" t="18463" r="4056" b="39164"/>
              <a:stretch>
                <a:fillRect/>
              </a:stretch>
            </p:blipFill>
            <p:spPr bwMode="auto">
              <a:xfrm>
                <a:off x="1311981" y="2284454"/>
                <a:ext cx="1431220" cy="1034654"/>
              </a:xfrm>
              <a:prstGeom prst="rect">
                <a:avLst/>
              </a:prstGeom>
              <a:noFill/>
            </p:spPr>
          </p:pic>
          <p:pic>
            <p:nvPicPr>
              <p:cNvPr id="14354" name="Picture 18" descr="The human-leopard conflict in India… who are the victims ..."/>
              <p:cNvPicPr>
                <a:picLocks noChangeAspect="1" noChangeArrowheads="1"/>
              </p:cNvPicPr>
              <p:nvPr/>
            </p:nvPicPr>
            <p:blipFill>
              <a:blip r:embed="rId7"/>
              <a:srcRect l="16235" t="29286" r="53045" b="18417"/>
              <a:stretch>
                <a:fillRect/>
              </a:stretch>
            </p:blipFill>
            <p:spPr bwMode="auto">
              <a:xfrm>
                <a:off x="2743201" y="2284454"/>
                <a:ext cx="1286932" cy="1034654"/>
              </a:xfrm>
              <a:prstGeom prst="rect">
                <a:avLst/>
              </a:prstGeom>
              <a:noFill/>
            </p:spPr>
          </p:pic>
          <p:pic>
            <p:nvPicPr>
              <p:cNvPr id="14356" name="Picture 20" descr="Three new fish species found in the Western Ghats"/>
              <p:cNvPicPr>
                <a:picLocks noChangeAspect="1" noChangeArrowheads="1"/>
              </p:cNvPicPr>
              <p:nvPr/>
            </p:nvPicPr>
            <p:blipFill>
              <a:blip r:embed="rId8"/>
              <a:srcRect l="9891" r="6911" b="17430"/>
              <a:stretch>
                <a:fillRect/>
              </a:stretch>
            </p:blipFill>
            <p:spPr bwMode="auto">
              <a:xfrm>
                <a:off x="6608800" y="2284454"/>
                <a:ext cx="1419130" cy="603607"/>
              </a:xfrm>
              <a:prstGeom prst="rect">
                <a:avLst/>
              </a:prstGeom>
              <a:noFill/>
            </p:spPr>
          </p:pic>
          <p:pic>
            <p:nvPicPr>
              <p:cNvPr id="14357" name="Picture 21" descr="G:\2016-06-28\030006c7.jpg"/>
              <p:cNvPicPr>
                <a:picLocks noChangeAspect="1" noChangeArrowheads="1"/>
              </p:cNvPicPr>
              <p:nvPr/>
            </p:nvPicPr>
            <p:blipFill>
              <a:blip r:embed="rId9"/>
              <a:srcRect/>
              <a:stretch>
                <a:fillRect/>
              </a:stretch>
            </p:blipFill>
            <p:spPr bwMode="auto">
              <a:xfrm>
                <a:off x="4151737" y="936262"/>
                <a:ext cx="2352887" cy="2352887"/>
              </a:xfrm>
              <a:prstGeom prst="rect">
                <a:avLst/>
              </a:prstGeom>
              <a:noFill/>
            </p:spPr>
          </p:pic>
          <p:pic>
            <p:nvPicPr>
              <p:cNvPr id="14359" name="Picture 23" descr="Abiotic And Biotic Factors (Components) | Science Trends"/>
              <p:cNvPicPr>
                <a:picLocks noChangeAspect="1" noChangeArrowheads="1"/>
              </p:cNvPicPr>
              <p:nvPr/>
            </p:nvPicPr>
            <p:blipFill>
              <a:blip r:embed="rId10"/>
              <a:srcRect l="7659" r="50214" b="37721"/>
              <a:stretch>
                <a:fillRect/>
              </a:stretch>
            </p:blipFill>
            <p:spPr bwMode="auto">
              <a:xfrm>
                <a:off x="1944547" y="1271253"/>
                <a:ext cx="1203767" cy="996593"/>
              </a:xfrm>
              <a:prstGeom prst="rect">
                <a:avLst/>
              </a:prstGeom>
              <a:noFill/>
            </p:spPr>
          </p:pic>
          <p:pic>
            <p:nvPicPr>
              <p:cNvPr id="14361" name="Picture 25" descr="GEOSPHERE - WHAT"/>
              <p:cNvPicPr>
                <a:picLocks noChangeAspect="1" noChangeArrowheads="1"/>
              </p:cNvPicPr>
              <p:nvPr/>
            </p:nvPicPr>
            <p:blipFill>
              <a:blip r:embed="rId11"/>
              <a:srcRect t="8032" b="46908"/>
              <a:stretch>
                <a:fillRect/>
              </a:stretch>
            </p:blipFill>
            <p:spPr bwMode="auto">
              <a:xfrm>
                <a:off x="1291525" y="4628842"/>
                <a:ext cx="2718152" cy="1224782"/>
              </a:xfrm>
              <a:prstGeom prst="rect">
                <a:avLst/>
              </a:prstGeom>
              <a:noFill/>
            </p:spPr>
          </p:pic>
        </p:grpSp>
        <p:pic>
          <p:nvPicPr>
            <p:cNvPr id="14365" name="Picture 29" descr="Kasaragod village names road after a bird in Kerala | Kozhikode ..."/>
            <p:cNvPicPr>
              <a:picLocks noChangeAspect="1" noChangeArrowheads="1"/>
            </p:cNvPicPr>
            <p:nvPr/>
          </p:nvPicPr>
          <p:blipFill>
            <a:blip r:embed="rId12"/>
            <a:srcRect l="54979" t="3108" r="19671" b="19397"/>
            <a:stretch>
              <a:fillRect/>
            </a:stretch>
          </p:blipFill>
          <p:spPr bwMode="auto">
            <a:xfrm>
              <a:off x="12624" y="1802"/>
              <a:ext cx="1659" cy="2751"/>
            </a:xfrm>
            <a:prstGeom prst="rect">
              <a:avLst/>
            </a:prstGeom>
            <a:noFill/>
          </p:spPr>
        </p:pic>
        <p:pic>
          <p:nvPicPr>
            <p:cNvPr id="14367" name="Picture 31" descr="Caring for a Cow and Her Calf After Delivery • The Prairie Homestead"/>
            <p:cNvPicPr>
              <a:picLocks noChangeAspect="1" noChangeArrowheads="1"/>
            </p:cNvPicPr>
            <p:nvPr/>
          </p:nvPicPr>
          <p:blipFill>
            <a:blip r:embed="rId13"/>
            <a:srcRect l="34042" t="34783" r="15141"/>
            <a:stretch>
              <a:fillRect/>
            </a:stretch>
          </p:blipFill>
          <p:spPr bwMode="auto">
            <a:xfrm>
              <a:off x="10240" y="1802"/>
              <a:ext cx="2190" cy="1790"/>
            </a:xfrm>
            <a:prstGeom prst="rect">
              <a:avLst/>
            </a:prstGeom>
            <a:noFill/>
          </p:spPr>
        </p:pic>
      </p:grpSp>
      <p:pic>
        <p:nvPicPr>
          <p:cNvPr id="14363" name="Picture 27" descr="River Images, Stock Photos &amp; Vectors | Shutterstock"/>
          <p:cNvPicPr>
            <a:picLocks noChangeAspect="1" noChangeArrowheads="1"/>
          </p:cNvPicPr>
          <p:nvPr/>
        </p:nvPicPr>
        <p:blipFill>
          <a:blip r:embed="rId14"/>
          <a:srcRect l="16022" t="39033" r="28197" b="20724"/>
          <a:stretch>
            <a:fillRect/>
          </a:stretch>
        </p:blipFill>
        <p:spPr bwMode="auto">
          <a:xfrm>
            <a:off x="6502409" y="4985540"/>
            <a:ext cx="2566965" cy="1073280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Title 1"/>
          <p:cNvSpPr>
            <a:spLocks noGrp="1" noChangeArrowheads="1"/>
          </p:cNvSpPr>
          <p:nvPr>
            <p:ph type="title"/>
          </p:nvPr>
        </p:nvSpPr>
        <p:spPr>
          <a:xfrm>
            <a:off x="900329" y="293688"/>
            <a:ext cx="4973899" cy="590550"/>
          </a:xfrm>
        </p:spPr>
        <p:txBody>
          <a:bodyPr/>
          <a:lstStyle/>
          <a:p>
            <a:r>
              <a:rPr lang="en-US" sz="2800" b="1" spc="50" dirty="0" smtClean="0">
                <a:ln w="11430"/>
                <a:solidFill>
                  <a:srgbClr val="003300"/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</a:rPr>
              <a:t>UNIT 1: ENVIRONMENT</a:t>
            </a:r>
            <a:endParaRPr lang="en-US" sz="2800" b="1" spc="50" dirty="0">
              <a:ln w="11430"/>
              <a:solidFill>
                <a:srgbClr val="003300"/>
              </a:solidFill>
              <a:effectLst>
                <a:outerShdw blurRad="76200" dist="50800" dir="5400000" algn="tl" rotWithShape="0">
                  <a:srgbClr val="000000">
                    <a:alpha val="65000"/>
                  </a:srgbClr>
                </a:outerShdw>
              </a:effectLst>
            </a:endParaRPr>
          </a:p>
        </p:txBody>
      </p:sp>
      <p:sp>
        <p:nvSpPr>
          <p:cNvPr id="38915" name="Content Placeholder 2"/>
          <p:cNvSpPr>
            <a:spLocks noGrp="1" noChangeArrowheads="1"/>
          </p:cNvSpPr>
          <p:nvPr>
            <p:ph idx="1"/>
          </p:nvPr>
        </p:nvSpPr>
        <p:spPr>
          <a:xfrm>
            <a:off x="582357" y="868726"/>
            <a:ext cx="6010190" cy="5228698"/>
          </a:xfrm>
        </p:spPr>
        <p:txBody>
          <a:bodyPr/>
          <a:lstStyle/>
          <a:p>
            <a:pPr marL="180975" indent="-180975" algn="l">
              <a:buFont typeface="Wingdings" panose="05000000000000000000" pitchFamily="2" charset="2"/>
              <a:buChar char="Ø"/>
            </a:pPr>
            <a:r>
              <a:rPr lang="en-IN" sz="2400" dirty="0" smtClean="0">
                <a:solidFill>
                  <a:schemeClr val="bg2"/>
                </a:solidFill>
              </a:rPr>
              <a:t>The word environment is derived from the </a:t>
            </a:r>
            <a:r>
              <a:rPr lang="en-IN" sz="2400" b="1" u="sng" dirty="0" smtClean="0">
                <a:solidFill>
                  <a:schemeClr val="bg2"/>
                </a:solidFill>
              </a:rPr>
              <a:t>French</a:t>
            </a:r>
            <a:r>
              <a:rPr lang="en-IN" sz="2400" dirty="0" smtClean="0">
                <a:solidFill>
                  <a:schemeClr val="bg2"/>
                </a:solidFill>
              </a:rPr>
              <a:t> verb </a:t>
            </a:r>
            <a:r>
              <a:rPr lang="en-IN" sz="2400" b="1" dirty="0" smtClean="0">
                <a:solidFill>
                  <a:schemeClr val="bg2"/>
                </a:solidFill>
              </a:rPr>
              <a:t>‘</a:t>
            </a:r>
            <a:r>
              <a:rPr lang="en-IN" sz="2400" b="1" dirty="0" err="1" smtClean="0">
                <a:solidFill>
                  <a:schemeClr val="bg2"/>
                </a:solidFill>
              </a:rPr>
              <a:t>enviro</a:t>
            </a:r>
            <a:r>
              <a:rPr lang="en-IN" sz="2400" b="1" dirty="0" smtClean="0">
                <a:solidFill>
                  <a:schemeClr val="bg2"/>
                </a:solidFill>
              </a:rPr>
              <a:t>’</a:t>
            </a:r>
            <a:r>
              <a:rPr lang="en-IN" sz="2400" dirty="0" smtClean="0">
                <a:solidFill>
                  <a:schemeClr val="bg2"/>
                </a:solidFill>
              </a:rPr>
              <a:t> which means </a:t>
            </a:r>
            <a:r>
              <a:rPr lang="en-IN" sz="2400" b="1" dirty="0" smtClean="0">
                <a:solidFill>
                  <a:schemeClr val="bg2"/>
                </a:solidFill>
              </a:rPr>
              <a:t>‘surrounding’</a:t>
            </a:r>
            <a:r>
              <a:rPr lang="en-IN" sz="2400" dirty="0" smtClean="0">
                <a:solidFill>
                  <a:schemeClr val="bg2"/>
                </a:solidFill>
              </a:rPr>
              <a:t>. Thus, our environment can be defined as the physical, chemical and biological world that surround us.</a:t>
            </a:r>
            <a:r>
              <a:rPr lang="en-US" sz="2400" b="1" dirty="0" smtClean="0">
                <a:solidFill>
                  <a:srgbClr val="0033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</a:p>
          <a:p>
            <a:pPr marL="180975" indent="-180975" algn="l">
              <a:buFont typeface="Wingdings" panose="05000000000000000000" pitchFamily="2" charset="2"/>
              <a:buChar char="Ø"/>
            </a:pPr>
            <a:r>
              <a:rPr lang="en-US" sz="2400" u="sng" dirty="0" smtClean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 Simple way</a:t>
            </a:r>
            <a:r>
              <a:rPr lang="en-US" sz="2400" dirty="0" smtClean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the Environment </a:t>
            </a:r>
            <a:r>
              <a:rPr lang="en-US" sz="2400" b="1" dirty="0" smtClean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is </a:t>
            </a:r>
            <a:r>
              <a:rPr lang="en-US" sz="24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place around us includes people, children, benches, ground, grass, trees, insects, birds, sunlight, air, land, water, mountain</a:t>
            </a:r>
            <a:r>
              <a:rPr lang="en-US" sz="24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etc. </a:t>
            </a:r>
          </a:p>
          <a:p>
            <a:pPr marL="180975" indent="-180975" algn="l">
              <a:buFont typeface="Wingdings" panose="05000000000000000000" pitchFamily="2" charset="2"/>
              <a:buChar char="Ø"/>
            </a:pPr>
            <a:r>
              <a:rPr lang="en-US" sz="24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Biotic components constantly interact and exchange things with each other as well as with abiotic components, for their survival and existence.</a:t>
            </a:r>
            <a:endParaRPr lang="en-IN" sz="2400" dirty="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8" name="Group 7"/>
          <p:cNvGrpSpPr/>
          <p:nvPr/>
        </p:nvGrpSpPr>
        <p:grpSpPr>
          <a:xfrm>
            <a:off x="6657340" y="259080"/>
            <a:ext cx="5201920" cy="5043805"/>
            <a:chOff x="1447800" y="2115913"/>
            <a:chExt cx="7785328" cy="4816163"/>
          </a:xfrm>
        </p:grpSpPr>
        <p:sp>
          <p:nvSpPr>
            <p:cNvPr id="9" name="Rectangle 8"/>
            <p:cNvSpPr/>
            <p:nvPr/>
          </p:nvSpPr>
          <p:spPr>
            <a:xfrm>
              <a:off x="4724399" y="2115913"/>
              <a:ext cx="3005530" cy="551087"/>
            </a:xfrm>
            <a:prstGeom prst="rect">
              <a:avLst/>
            </a:prstGeom>
            <a:solidFill>
              <a:srgbClr val="00B05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b="1" u="sng" dirty="0" smtClean="0">
                  <a:solidFill>
                    <a:schemeClr val="tx2">
                      <a:lumMod val="40000"/>
                      <a:lumOff val="60000"/>
                    </a:schemeClr>
                  </a:solidFill>
                  <a:latin typeface="Calibri" panose="020F0502020204030204" pitchFamily="34" charset="0"/>
                </a:rPr>
                <a:t>Environment</a:t>
              </a:r>
              <a:endParaRPr lang="en-IN" sz="2400" dirty="0">
                <a:solidFill>
                  <a:schemeClr val="tx2">
                    <a:lumMod val="40000"/>
                    <a:lumOff val="60000"/>
                  </a:schemeClr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10" name="Down Arrow 9"/>
            <p:cNvSpPr/>
            <p:nvPr/>
          </p:nvSpPr>
          <p:spPr>
            <a:xfrm rot="2029788">
              <a:off x="4324182" y="2661874"/>
              <a:ext cx="533400" cy="914400"/>
            </a:xfrm>
            <a:prstGeom prst="downArrow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1" name="Down Arrow 10"/>
            <p:cNvSpPr/>
            <p:nvPr/>
          </p:nvSpPr>
          <p:spPr>
            <a:xfrm rot="20388424">
              <a:off x="6999425" y="2654759"/>
              <a:ext cx="533400" cy="914400"/>
            </a:xfrm>
            <a:prstGeom prst="downArrow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1828800" y="3505200"/>
              <a:ext cx="2819400" cy="76200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sz="2400" b="1" dirty="0" smtClean="0">
                  <a:solidFill>
                    <a:srgbClr val="002060"/>
                  </a:solidFill>
                  <a:latin typeface="Calibri" panose="020F0502020204030204" pitchFamily="34" charset="0"/>
                </a:rPr>
                <a:t>Biotic Components</a:t>
              </a:r>
              <a:endParaRPr lang="en-IN" sz="2400" b="1" dirty="0">
                <a:solidFill>
                  <a:srgbClr val="002060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13" name="Rectangle 12"/>
            <p:cNvSpPr/>
            <p:nvPr/>
          </p:nvSpPr>
          <p:spPr>
            <a:xfrm>
              <a:off x="5257800" y="3505200"/>
              <a:ext cx="3505201" cy="76200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sz="2400" b="1" dirty="0" err="1" smtClean="0">
                  <a:solidFill>
                    <a:srgbClr val="002060"/>
                  </a:solidFill>
                  <a:latin typeface="Calibri" panose="020F0502020204030204" pitchFamily="34" charset="0"/>
                </a:rPr>
                <a:t>Abiotic</a:t>
              </a:r>
              <a:r>
                <a:rPr lang="en-IN" sz="2400" b="1" dirty="0" smtClean="0">
                  <a:solidFill>
                    <a:srgbClr val="002060"/>
                  </a:solidFill>
                  <a:latin typeface="Calibri" panose="020F0502020204030204" pitchFamily="34" charset="0"/>
                </a:rPr>
                <a:t> Components</a:t>
              </a:r>
              <a:endParaRPr lang="en-IN" sz="2400" b="1" dirty="0">
                <a:solidFill>
                  <a:srgbClr val="002060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14" name="Oval 13"/>
            <p:cNvSpPr/>
            <p:nvPr/>
          </p:nvSpPr>
          <p:spPr>
            <a:xfrm>
              <a:off x="2057400" y="4267200"/>
              <a:ext cx="2666999" cy="1066800"/>
            </a:xfrm>
            <a:prstGeom prst="ellipse">
              <a:avLst/>
            </a:prstGeom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sz="2400" b="1" dirty="0" smtClean="0">
                  <a:solidFill>
                    <a:srgbClr val="003300"/>
                  </a:solidFill>
                  <a:latin typeface="Calibri" panose="020F0502020204030204" pitchFamily="34" charset="0"/>
                </a:rPr>
                <a:t>Living Things</a:t>
              </a:r>
              <a:endParaRPr lang="en-IN" sz="2400" b="1" dirty="0">
                <a:solidFill>
                  <a:srgbClr val="003300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15" name="Oval 14"/>
            <p:cNvSpPr/>
            <p:nvPr/>
          </p:nvSpPr>
          <p:spPr>
            <a:xfrm>
              <a:off x="5763373" y="4343318"/>
              <a:ext cx="3469755" cy="1066956"/>
            </a:xfrm>
            <a:prstGeom prst="ellipse">
              <a:avLst/>
            </a:prstGeom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sz="2400" b="1" dirty="0" smtClean="0">
                  <a:solidFill>
                    <a:srgbClr val="003300"/>
                  </a:solidFill>
                  <a:latin typeface="Calibri" panose="020F0502020204030204" pitchFamily="34" charset="0"/>
                </a:rPr>
                <a:t>Non-Living Things</a:t>
              </a:r>
              <a:endParaRPr lang="en-IN" sz="2400" b="1" dirty="0">
                <a:solidFill>
                  <a:srgbClr val="003300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16" name="Rounded Rectangle 15"/>
            <p:cNvSpPr/>
            <p:nvPr/>
          </p:nvSpPr>
          <p:spPr>
            <a:xfrm>
              <a:off x="1447800" y="5334000"/>
              <a:ext cx="3581400" cy="1598076"/>
            </a:xfrm>
            <a:prstGeom prst="roundRect">
              <a:avLst/>
            </a:prstGeom>
          </p:spPr>
          <p:style>
            <a:lnRef idx="3">
              <a:schemeClr val="lt1"/>
            </a:lnRef>
            <a:fillRef idx="1">
              <a:schemeClr val="accent3"/>
            </a:fillRef>
            <a:effectRef idx="1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sz="2000" b="1" dirty="0" smtClean="0">
                  <a:solidFill>
                    <a:schemeClr val="tx2">
                      <a:lumMod val="40000"/>
                      <a:lumOff val="60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e.g.  People, Children, Trees, Grass, Plants, insects, Birds etc.</a:t>
              </a:r>
              <a:endParaRPr lang="en-IN" sz="2000" b="1" dirty="0">
                <a:solidFill>
                  <a:schemeClr val="tx2">
                    <a:lumMod val="40000"/>
                    <a:lumOff val="6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7" name="Rounded Rectangle 16"/>
            <p:cNvSpPr/>
            <p:nvPr/>
          </p:nvSpPr>
          <p:spPr>
            <a:xfrm>
              <a:off x="5562600" y="5486399"/>
              <a:ext cx="3581400" cy="1445677"/>
            </a:xfrm>
            <a:prstGeom prst="roundRect">
              <a:avLst/>
            </a:prstGeom>
          </p:spPr>
          <p:style>
            <a:lnRef idx="3">
              <a:schemeClr val="lt1"/>
            </a:lnRef>
            <a:fillRef idx="1">
              <a:schemeClr val="accent3"/>
            </a:fillRef>
            <a:effectRef idx="1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sz="2000" b="1" dirty="0" smtClean="0">
                  <a:solidFill>
                    <a:schemeClr val="tx2">
                      <a:lumMod val="40000"/>
                      <a:lumOff val="60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e.g.  Play ground, Benches, Swings, Slide, Air, Water, Mountain etc</a:t>
              </a:r>
              <a:r>
                <a:rPr lang="en-IN" sz="2000" dirty="0" smtClean="0">
                  <a:solidFill>
                    <a:schemeClr val="tx2">
                      <a:lumMod val="40000"/>
                      <a:lumOff val="60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.</a:t>
              </a:r>
              <a:endParaRPr lang="en-IN" sz="2000" dirty="0">
                <a:solidFill>
                  <a:schemeClr val="tx2">
                    <a:lumMod val="40000"/>
                    <a:lumOff val="6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389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389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500"/>
                                        <p:tgtEl>
                                          <p:spTgt spid="389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3200" b="1" dirty="0" smtClean="0">
                <a:solidFill>
                  <a:srgbClr val="003300"/>
                </a:solidFill>
              </a:rPr>
              <a:t>Types of Environment</a:t>
            </a:r>
            <a:endParaRPr lang="en-IN" sz="3200" dirty="0"/>
          </a:p>
        </p:txBody>
      </p:sp>
      <p:sp>
        <p:nvSpPr>
          <p:cNvPr id="4" name="Rounded Rectangle 3"/>
          <p:cNvSpPr/>
          <p:nvPr/>
        </p:nvSpPr>
        <p:spPr>
          <a:xfrm>
            <a:off x="842142" y="971684"/>
            <a:ext cx="1944596" cy="929686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 w="952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sz="2400" b="1" dirty="0" smtClean="0">
                <a:solidFill>
                  <a:schemeClr val="bg2"/>
                </a:solidFill>
                <a:latin typeface="Calibri" panose="020F0502020204030204" pitchFamily="34" charset="0"/>
              </a:rPr>
              <a:t>Natural</a:t>
            </a:r>
          </a:p>
          <a:p>
            <a:pPr algn="ctr"/>
            <a:r>
              <a:rPr lang="en-US" sz="2400" b="1" dirty="0" smtClean="0">
                <a:solidFill>
                  <a:schemeClr val="bg2"/>
                </a:solidFill>
                <a:latin typeface="Calibri" panose="020F0502020204030204" pitchFamily="34" charset="0"/>
              </a:rPr>
              <a:t>Environment</a:t>
            </a:r>
            <a:endParaRPr lang="en-IN" sz="2400" b="1" dirty="0">
              <a:solidFill>
                <a:schemeClr val="bg2"/>
              </a:solidFill>
              <a:latin typeface="Calibri" panose="020F0502020204030204" pitchFamily="34" charset="0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3236680" y="971684"/>
            <a:ext cx="2133600" cy="929686"/>
          </a:xfrm>
          <a:prstGeom prst="roundRect">
            <a:avLst/>
          </a:prstGeom>
          <a:solidFill>
            <a:schemeClr val="tx2">
              <a:lumMod val="40000"/>
              <a:lumOff val="60000"/>
            </a:schemeClr>
          </a:solidFill>
          <a:ln w="952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sz="2400" b="1" dirty="0" smtClean="0">
                <a:solidFill>
                  <a:schemeClr val="bg2"/>
                </a:solidFill>
                <a:latin typeface="Calibri" panose="020F0502020204030204" pitchFamily="34" charset="0"/>
              </a:rPr>
              <a:t>Man-made</a:t>
            </a:r>
          </a:p>
          <a:p>
            <a:pPr algn="ctr"/>
            <a:r>
              <a:rPr lang="en-US" sz="2400" b="1" dirty="0" smtClean="0">
                <a:solidFill>
                  <a:schemeClr val="bg2"/>
                </a:solidFill>
                <a:latin typeface="Calibri" panose="020F0502020204030204" pitchFamily="34" charset="0"/>
              </a:rPr>
              <a:t>Environment</a:t>
            </a:r>
            <a:endParaRPr lang="en-IN" sz="2400" b="1" dirty="0">
              <a:solidFill>
                <a:schemeClr val="bg2"/>
              </a:solidFill>
              <a:latin typeface="Calibri" panose="020F0502020204030204" pitchFamily="34" charset="0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5783932" y="971684"/>
            <a:ext cx="2133600" cy="929686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 w="952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sz="2400" b="1" dirty="0" smtClean="0">
                <a:solidFill>
                  <a:schemeClr val="bg2"/>
                </a:solidFill>
                <a:latin typeface="Calibri" panose="020F0502020204030204" pitchFamily="34" charset="0"/>
              </a:rPr>
              <a:t>Social</a:t>
            </a:r>
          </a:p>
          <a:p>
            <a:pPr algn="ctr"/>
            <a:r>
              <a:rPr lang="en-US" sz="2400" b="1" dirty="0" smtClean="0">
                <a:solidFill>
                  <a:schemeClr val="bg2"/>
                </a:solidFill>
                <a:latin typeface="Calibri" panose="020F0502020204030204" pitchFamily="34" charset="0"/>
              </a:rPr>
              <a:t>Environment</a:t>
            </a:r>
            <a:endParaRPr lang="en-IN" sz="2400" b="1" dirty="0">
              <a:solidFill>
                <a:schemeClr val="bg2"/>
              </a:solidFill>
              <a:latin typeface="Calibri" panose="020F0502020204030204" pitchFamily="34" charset="0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8672264" y="971684"/>
            <a:ext cx="2133600" cy="929686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  <a:ln w="952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sz="2400" b="1" dirty="0" smtClean="0">
                <a:solidFill>
                  <a:schemeClr val="bg2"/>
                </a:solidFill>
                <a:latin typeface="Calibri" panose="020F0502020204030204" pitchFamily="34" charset="0"/>
              </a:rPr>
              <a:t>Psychological</a:t>
            </a:r>
          </a:p>
          <a:p>
            <a:pPr algn="ctr"/>
            <a:r>
              <a:rPr lang="en-US" sz="2400" b="1" dirty="0" smtClean="0">
                <a:solidFill>
                  <a:schemeClr val="bg2"/>
                </a:solidFill>
                <a:latin typeface="Calibri" panose="020F0502020204030204" pitchFamily="34" charset="0"/>
              </a:rPr>
              <a:t>Environment</a:t>
            </a:r>
            <a:endParaRPr lang="en-IN" sz="2400" b="1" dirty="0">
              <a:solidFill>
                <a:schemeClr val="bg2"/>
              </a:solidFill>
              <a:latin typeface="Calibri" panose="020F0502020204030204" pitchFamily="34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537348" y="2235200"/>
            <a:ext cx="2263912" cy="395224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lIns="0" tIns="36576" rIns="0" bIns="0" rtlCol="0">
            <a:spAutoFit/>
          </a:bodyPr>
          <a:lstStyle/>
          <a:p>
            <a:pPr marL="6350" indent="8255" algn="ctr">
              <a:lnSpc>
                <a:spcPct val="85000"/>
              </a:lnSpc>
              <a:spcAft>
                <a:spcPts val="600"/>
              </a:spcAft>
              <a:buClr>
                <a:schemeClr val="accent2"/>
              </a:buClr>
              <a:buSzPct val="70000"/>
            </a:pPr>
            <a:r>
              <a:rPr lang="en-IN" sz="2400" dirty="0" smtClean="0">
                <a:solidFill>
                  <a:srgbClr val="002060"/>
                </a:solidFill>
                <a:latin typeface="Calibri" panose="020F0502020204030204" pitchFamily="34" charset="0"/>
              </a:rPr>
              <a:t>The environment in its </a:t>
            </a:r>
            <a:r>
              <a:rPr lang="en-IN" sz="2400" b="1" u="sng" dirty="0" smtClean="0">
                <a:solidFill>
                  <a:srgbClr val="002060"/>
                </a:solidFill>
                <a:latin typeface="Calibri" panose="020F0502020204030204" pitchFamily="34" charset="0"/>
              </a:rPr>
              <a:t>original form without the interference of human beings</a:t>
            </a:r>
            <a:r>
              <a:rPr lang="en-IN" sz="2400" dirty="0" smtClean="0">
                <a:solidFill>
                  <a:srgbClr val="002060"/>
                </a:solidFill>
                <a:latin typeface="Calibri" panose="020F0502020204030204" pitchFamily="34" charset="0"/>
              </a:rPr>
              <a:t> is known as natural environment. </a:t>
            </a:r>
          </a:p>
          <a:p>
            <a:pPr marL="6350" indent="8255" algn="ctr">
              <a:lnSpc>
                <a:spcPct val="85000"/>
              </a:lnSpc>
              <a:spcAft>
                <a:spcPts val="600"/>
              </a:spcAft>
              <a:buClr>
                <a:schemeClr val="accent2"/>
              </a:buClr>
              <a:buSzPct val="70000"/>
            </a:pPr>
            <a:r>
              <a:rPr lang="en-IN" sz="2400" dirty="0" smtClean="0">
                <a:solidFill>
                  <a:srgbClr val="002060"/>
                </a:solidFill>
                <a:latin typeface="Calibri" panose="020F0502020204030204" pitchFamily="34" charset="0"/>
              </a:rPr>
              <a:t>All living and nonliving things occurring naturally on earth</a:t>
            </a:r>
          </a:p>
          <a:p>
            <a:pPr marL="6350" indent="8255" algn="just">
              <a:lnSpc>
                <a:spcPct val="85000"/>
              </a:lnSpc>
              <a:spcAft>
                <a:spcPts val="600"/>
              </a:spcAft>
              <a:buClr>
                <a:schemeClr val="accent2"/>
              </a:buClr>
              <a:buSzPct val="70000"/>
            </a:pPr>
            <a:endParaRPr lang="en-IN" sz="2400" dirty="0" err="1" smtClean="0">
              <a:solidFill>
                <a:schemeClr val="bg1"/>
              </a:solidFill>
              <a:latin typeface="Calibri" panose="020F0502020204030204" pitchFamily="34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2939459" y="2002976"/>
            <a:ext cx="2655791" cy="4129405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</p:spPr>
        <p:txBody>
          <a:bodyPr wrap="square" lIns="0" tIns="36576" rIns="0" bIns="0" rtlCol="0">
            <a:spAutoFit/>
          </a:bodyPr>
          <a:lstStyle/>
          <a:p>
            <a:pPr algn="ctr"/>
            <a:r>
              <a:rPr lang="en-IN" sz="2200" dirty="0" smtClean="0">
                <a:solidFill>
                  <a:srgbClr val="002060"/>
                </a:solidFill>
                <a:latin typeface="Calibri" panose="020F0502020204030204" pitchFamily="34" charset="0"/>
              </a:rPr>
              <a:t>The </a:t>
            </a:r>
            <a:r>
              <a:rPr lang="en-IN" sz="2200" b="1" u="sng" dirty="0" smtClean="0">
                <a:solidFill>
                  <a:srgbClr val="002060"/>
                </a:solidFill>
                <a:latin typeface="Calibri" panose="020F0502020204030204" pitchFamily="34" charset="0"/>
              </a:rPr>
              <a:t>environment changed or modified by the interference of human beings</a:t>
            </a:r>
            <a:r>
              <a:rPr lang="en-IN" sz="2200" dirty="0" smtClean="0">
                <a:solidFill>
                  <a:srgbClr val="002060"/>
                </a:solidFill>
                <a:latin typeface="Calibri" panose="020F0502020204030204" pitchFamily="34" charset="0"/>
              </a:rPr>
              <a:t> is called man made environment. </a:t>
            </a:r>
          </a:p>
          <a:p>
            <a:pPr algn="ctr"/>
            <a:r>
              <a:rPr lang="en-IN" sz="2200" dirty="0" smtClean="0">
                <a:solidFill>
                  <a:srgbClr val="002060"/>
                </a:solidFill>
                <a:latin typeface="Calibri" panose="020F0502020204030204" pitchFamily="34" charset="0"/>
              </a:rPr>
              <a:t>e.g., Infrastructure, Utilities, Institutions, housing, industries , parks, buildings, energy networks,</a:t>
            </a:r>
            <a:r>
              <a:rPr lang="en-IN" sz="2400" dirty="0" smtClean="0">
                <a:solidFill>
                  <a:srgbClr val="002060"/>
                </a:solidFill>
                <a:latin typeface="Calibri" panose="020F0502020204030204" pitchFamily="34" charset="0"/>
              </a:rPr>
              <a:t> </a:t>
            </a:r>
            <a:r>
              <a:rPr lang="en-IN" sz="2200" dirty="0" smtClean="0">
                <a:solidFill>
                  <a:srgbClr val="002060"/>
                </a:solidFill>
                <a:latin typeface="Calibri" panose="020F0502020204030204" pitchFamily="34" charset="0"/>
              </a:rPr>
              <a:t>transportations, etc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97166" y="2119088"/>
            <a:ext cx="2263912" cy="3298825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txBody>
          <a:bodyPr wrap="square" lIns="0" tIns="36576" rIns="0" bIns="0" rtlCol="0">
            <a:spAutoFit/>
          </a:bodyPr>
          <a:lstStyle/>
          <a:p>
            <a:pPr marL="6350" indent="8255" algn="ctr">
              <a:lnSpc>
                <a:spcPct val="85000"/>
              </a:lnSpc>
              <a:spcAft>
                <a:spcPts val="600"/>
              </a:spcAft>
              <a:buClr>
                <a:schemeClr val="accent2"/>
              </a:buClr>
              <a:buSzPct val="70000"/>
            </a:pPr>
            <a:r>
              <a:rPr lang="en-IN" sz="2200" dirty="0" smtClean="0">
                <a:solidFill>
                  <a:srgbClr val="002060"/>
                </a:solidFill>
                <a:latin typeface="Calibri" panose="020F0502020204030204" pitchFamily="34" charset="0"/>
              </a:rPr>
              <a:t>Social Environment includes an individual’s </a:t>
            </a:r>
            <a:r>
              <a:rPr lang="en-IN" sz="2200" b="1" u="sng" dirty="0" smtClean="0">
                <a:solidFill>
                  <a:srgbClr val="002060"/>
                </a:solidFill>
                <a:latin typeface="Calibri" panose="020F0502020204030204" pitchFamily="34" charset="0"/>
              </a:rPr>
              <a:t>social, economic and political condition</a:t>
            </a:r>
            <a:r>
              <a:rPr lang="en-IN" sz="2200" dirty="0" smtClean="0">
                <a:solidFill>
                  <a:srgbClr val="002060"/>
                </a:solidFill>
                <a:latin typeface="Calibri" panose="020F0502020204030204" pitchFamily="34" charset="0"/>
              </a:rPr>
              <a:t> wherein he lives. </a:t>
            </a:r>
          </a:p>
          <a:p>
            <a:pPr marL="6350" indent="8255" algn="ctr">
              <a:lnSpc>
                <a:spcPct val="85000"/>
              </a:lnSpc>
              <a:spcAft>
                <a:spcPts val="600"/>
              </a:spcAft>
              <a:buClr>
                <a:schemeClr val="accent2"/>
              </a:buClr>
              <a:buSzPct val="70000"/>
            </a:pPr>
            <a:r>
              <a:rPr lang="en-IN" sz="2200" dirty="0" smtClean="0">
                <a:solidFill>
                  <a:srgbClr val="002060"/>
                </a:solidFill>
                <a:latin typeface="Calibri" panose="020F0502020204030204" pitchFamily="34" charset="0"/>
              </a:rPr>
              <a:t>e.g., Customs, Traditions, ethics, Language, Culture, Professions, Living condit</a:t>
            </a:r>
            <a:r>
              <a:rPr lang="en-IN" sz="2400" dirty="0" smtClean="0">
                <a:solidFill>
                  <a:srgbClr val="002060"/>
                </a:solidFill>
                <a:latin typeface="Calibri" panose="020F0502020204030204" pitchFamily="34" charset="0"/>
              </a:rPr>
              <a:t>ions etc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13478" y="2119088"/>
            <a:ext cx="3759208" cy="243713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txBody>
          <a:bodyPr wrap="square" lIns="0" tIns="36576" rIns="0" bIns="0" rtlCol="0">
            <a:spAutoFit/>
          </a:bodyPr>
          <a:lstStyle/>
          <a:p>
            <a:pPr marL="6350" indent="8255" algn="ctr">
              <a:lnSpc>
                <a:spcPct val="85000"/>
              </a:lnSpc>
              <a:spcAft>
                <a:spcPts val="600"/>
              </a:spcAft>
              <a:buClr>
                <a:schemeClr val="accent2"/>
              </a:buClr>
              <a:buSzPct val="70000"/>
            </a:pPr>
            <a:r>
              <a:rPr lang="en-IN" sz="2200" dirty="0" smtClean="0">
                <a:solidFill>
                  <a:srgbClr val="002060"/>
                </a:solidFill>
                <a:latin typeface="Calibri" panose="020F0502020204030204" pitchFamily="34" charset="0"/>
              </a:rPr>
              <a:t>Every individual has his own psychological environment, in which he lives. </a:t>
            </a:r>
          </a:p>
          <a:p>
            <a:pPr marL="6350" indent="8255" algn="ctr">
              <a:lnSpc>
                <a:spcPct val="85000"/>
              </a:lnSpc>
              <a:spcAft>
                <a:spcPts val="600"/>
              </a:spcAft>
              <a:buClr>
                <a:schemeClr val="accent2"/>
              </a:buClr>
              <a:buSzPct val="70000"/>
            </a:pPr>
            <a:r>
              <a:rPr lang="en-IN" sz="2200" dirty="0" smtClean="0">
                <a:solidFill>
                  <a:srgbClr val="002060"/>
                </a:solidFill>
                <a:latin typeface="Calibri" panose="020F0502020204030204" pitchFamily="34" charset="0"/>
              </a:rPr>
              <a:t>The Psychological environment enables us to understand the </a:t>
            </a:r>
            <a:r>
              <a:rPr lang="en-IN" sz="2200" b="1" u="sng" dirty="0" smtClean="0">
                <a:solidFill>
                  <a:srgbClr val="002060"/>
                </a:solidFill>
                <a:latin typeface="Calibri" panose="020F0502020204030204" pitchFamily="34" charset="0"/>
              </a:rPr>
              <a:t>personality of an individual</a:t>
            </a:r>
            <a:r>
              <a:rPr lang="en-IN" sz="2200" dirty="0" smtClean="0">
                <a:solidFill>
                  <a:srgbClr val="002060"/>
                </a:solidFill>
                <a:latin typeface="Calibri" panose="020F0502020204030204" pitchFamily="34" charset="0"/>
              </a:rPr>
              <a:t>. Both the person and his goal from psychological </a:t>
            </a:r>
            <a:r>
              <a:rPr lang="en-IN" sz="2400" dirty="0" smtClean="0">
                <a:solidFill>
                  <a:srgbClr val="002060"/>
                </a:solidFill>
                <a:latin typeface="Calibri" panose="020F0502020204030204" pitchFamily="34" charset="0"/>
              </a:rPr>
              <a:t>en</a:t>
            </a:r>
            <a:r>
              <a:rPr lang="en-IN" sz="2200" dirty="0" smtClean="0">
                <a:solidFill>
                  <a:srgbClr val="002060"/>
                </a:solidFill>
                <a:latin typeface="Calibri" panose="020F0502020204030204" pitchFamily="34" charset="0"/>
              </a:rPr>
              <a:t>vironment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7" grpId="0" animBg="1"/>
      <p:bldP spid="8" grpId="0" animBg="1"/>
      <p:bldP spid="9" grpId="0" bldLvl="0" animBg="1"/>
      <p:bldP spid="10" grpId="0" bldLvl="0" animBg="1"/>
      <p:bldP spid="11" grpId="0" bldLvl="0" animBg="1"/>
      <p:bldP spid="12" grpId="0" bldLvl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b="1" dirty="0" smtClean="0">
                <a:solidFill>
                  <a:srgbClr val="CC33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STRUCTURE OF ENVIRONMENT :</a:t>
            </a:r>
            <a:endParaRPr lang="en-IN" sz="3200" dirty="0"/>
          </a:p>
        </p:txBody>
      </p:sp>
      <p:sp>
        <p:nvSpPr>
          <p:cNvPr id="5" name="Rounded Rectangle 4"/>
          <p:cNvSpPr/>
          <p:nvPr/>
        </p:nvSpPr>
        <p:spPr>
          <a:xfrm>
            <a:off x="2220676" y="1059547"/>
            <a:ext cx="2119085" cy="885372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952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sz="24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Physical Environment </a:t>
            </a:r>
            <a:endParaRPr lang="en-IN" sz="2400" dirty="0">
              <a:solidFill>
                <a:schemeClr val="tx1"/>
              </a:solidFill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7220842" y="986971"/>
            <a:ext cx="2119085" cy="885372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 w="952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sz="24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Biological Environment </a:t>
            </a:r>
            <a:endParaRPr lang="en-IN" sz="2400" dirty="0">
              <a:solidFill>
                <a:schemeClr val="tx1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885371" y="2104576"/>
            <a:ext cx="4528458" cy="4058034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lIns="0" tIns="36576" rIns="0" bIns="0" rtlCol="0">
            <a:spAutoFit/>
          </a:bodyPr>
          <a:lstStyle/>
          <a:p>
            <a:pPr marL="449580" indent="-449580" algn="l">
              <a:buNone/>
            </a:pPr>
            <a:r>
              <a:rPr lang="en-US" sz="24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en-US" sz="2400" dirty="0" err="1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sz="24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r>
              <a:rPr lang="en-US" sz="2400" b="1" u="sng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Solid</a:t>
            </a:r>
            <a:r>
              <a:rPr lang="en-US" sz="24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- The lithosphere (solid earth) : Soil / land and Mountain Environment</a:t>
            </a:r>
          </a:p>
          <a:p>
            <a:pPr marL="449580" indent="-449580" algn="l">
              <a:buNone/>
            </a:pPr>
            <a:r>
              <a:rPr lang="en-US" sz="24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(ii) </a:t>
            </a:r>
            <a:r>
              <a:rPr lang="en-US" sz="2400" b="1" u="sng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Liquid</a:t>
            </a:r>
            <a:r>
              <a:rPr lang="en-US" sz="24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- The hydrosphere (water component)  : River, Reservoir, Oceans and Glacier Environment</a:t>
            </a:r>
          </a:p>
          <a:p>
            <a:pPr marL="449580" indent="-449580" algn="l">
              <a:buNone/>
            </a:pPr>
            <a:r>
              <a:rPr lang="en-US" sz="24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(iii) </a:t>
            </a:r>
            <a:r>
              <a:rPr lang="en-US" sz="2400" b="1" u="sng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Gas</a:t>
            </a:r>
            <a:r>
              <a:rPr lang="en-US" sz="24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- </a:t>
            </a:r>
            <a:r>
              <a:rPr lang="fr-FR" sz="24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Various gases (oxygen, carbondioxide, nitrogen, méthane etc. present in  atmosphere.</a:t>
            </a:r>
          </a:p>
          <a:p>
            <a:pPr marL="449580" indent="-449580" algn="l">
              <a:lnSpc>
                <a:spcPct val="85000"/>
              </a:lnSpc>
              <a:spcAft>
                <a:spcPts val="600"/>
              </a:spcAft>
              <a:buClr>
                <a:schemeClr val="accent2"/>
              </a:buClr>
              <a:buSzPct val="70000"/>
              <a:buNone/>
            </a:pPr>
            <a:endParaRPr lang="en-IN" sz="2400" dirty="0" err="1" smtClean="0">
              <a:solidFill>
                <a:schemeClr val="bg1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820229" y="2104576"/>
            <a:ext cx="5471885" cy="1143635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lIns="0" tIns="36576" rIns="0" bIns="0" rtlCol="0">
            <a:spAutoFit/>
          </a:bodyPr>
          <a:lstStyle/>
          <a:p>
            <a:pPr marL="449580" indent="-449580" algn="l">
              <a:buNone/>
            </a:pPr>
            <a:r>
              <a:rPr lang="en-US" sz="2400" b="1" dirty="0" err="1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sz="24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    Plants (flora): </a:t>
            </a:r>
            <a:r>
              <a:rPr lang="en-US" sz="24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trees, grass, shrubs etc.</a:t>
            </a:r>
          </a:p>
          <a:p>
            <a:pPr marL="449580" indent="-449580" algn="l">
              <a:buNone/>
            </a:pPr>
            <a:r>
              <a:rPr lang="en-US" sz="24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(ii) Animals (fauna) : </a:t>
            </a:r>
            <a:r>
              <a:rPr lang="en-US" sz="24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domestic and wild animals, humans, birds, insects etc.</a:t>
            </a:r>
            <a:endParaRPr lang="en-IN" sz="2400" dirty="0" err="1" smtClean="0">
              <a:solidFill>
                <a:schemeClr val="bg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 bldLvl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41069" y="447448"/>
            <a:ext cx="8027621" cy="354022"/>
          </a:xfrm>
        </p:spPr>
        <p:txBody>
          <a:bodyPr/>
          <a:lstStyle/>
          <a:p>
            <a:r>
              <a:rPr lang="en-IN" sz="3200" b="1" dirty="0" smtClean="0">
                <a:solidFill>
                  <a:srgbClr val="0033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SCOPE OF ENVIRONMENTAL STUDIES</a:t>
            </a:r>
            <a:endParaRPr lang="en-IN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en-IN" dirty="0" smtClean="0"/>
              <a:t> </a:t>
            </a:r>
            <a:endParaRPr lang="en-IN" dirty="0"/>
          </a:p>
        </p:txBody>
      </p:sp>
      <p:sp>
        <p:nvSpPr>
          <p:cNvPr id="4" name="TextBox 3"/>
          <p:cNvSpPr txBox="1"/>
          <p:nvPr/>
        </p:nvSpPr>
        <p:spPr>
          <a:xfrm>
            <a:off x="609600" y="1009015"/>
            <a:ext cx="11306810" cy="5575935"/>
          </a:xfrm>
          <a:prstGeom prst="rect">
            <a:avLst/>
          </a:prstGeom>
          <a:noFill/>
        </p:spPr>
        <p:txBody>
          <a:bodyPr wrap="square" lIns="0" tIns="36576" rIns="0" bIns="0" rtlCol="0">
            <a:spAutoFit/>
          </a:bodyPr>
          <a:lstStyle/>
          <a:p>
            <a:pPr marL="360680" indent="-360680" algn="l">
              <a:buFont typeface="Wingdings" panose="05000000000000000000" pitchFamily="2" charset="2"/>
              <a:buChar char="Ø"/>
              <a:tabLst>
                <a:tab pos="360045" algn="l"/>
              </a:tabLst>
            </a:pPr>
            <a:r>
              <a:rPr lang="en-IN" sz="2400" dirty="0" smtClean="0">
                <a:solidFill>
                  <a:schemeClr val="bg2"/>
                </a:solidFill>
                <a:latin typeface="Calibri" panose="020F0502020204030204" pitchFamily="34" charset="0"/>
              </a:rPr>
              <a:t>This subject educates the students, citizens and experts to </a:t>
            </a:r>
            <a:r>
              <a:rPr lang="en-IN" sz="2400" b="1" u="sng" dirty="0" smtClean="0">
                <a:solidFill>
                  <a:schemeClr val="bg2"/>
                </a:solidFill>
                <a:latin typeface="Calibri" panose="020F0502020204030204" pitchFamily="34" charset="0"/>
              </a:rPr>
              <a:t>understand</a:t>
            </a:r>
            <a:r>
              <a:rPr lang="en-IN" sz="2400" b="1" dirty="0" smtClean="0">
                <a:solidFill>
                  <a:schemeClr val="bg2"/>
                </a:solidFill>
                <a:latin typeface="Calibri" panose="020F0502020204030204" pitchFamily="34" charset="0"/>
              </a:rPr>
              <a:t> </a:t>
            </a:r>
            <a:r>
              <a:rPr lang="en-IN" sz="2400" dirty="0" smtClean="0">
                <a:solidFill>
                  <a:schemeClr val="bg2"/>
                </a:solidFill>
                <a:latin typeface="Calibri" panose="020F0502020204030204" pitchFamily="34" charset="0"/>
              </a:rPr>
              <a:t>the complexity of environmental issues. </a:t>
            </a:r>
          </a:p>
          <a:p>
            <a:pPr marL="360680" indent="-360680" algn="l">
              <a:buFont typeface="Wingdings" panose="05000000000000000000" pitchFamily="2" charset="2"/>
              <a:buChar char="Ø"/>
              <a:tabLst>
                <a:tab pos="360045" algn="l"/>
              </a:tabLst>
            </a:pPr>
            <a:r>
              <a:rPr lang="en-IN" sz="2400" dirty="0" smtClean="0">
                <a:solidFill>
                  <a:schemeClr val="bg2"/>
                </a:solidFill>
                <a:latin typeface="Calibri" panose="020F0502020204030204" pitchFamily="34" charset="0"/>
              </a:rPr>
              <a:t>Experts having knowledge in the environmental fields that enables them to facilitate the </a:t>
            </a:r>
            <a:r>
              <a:rPr lang="en-IN" sz="2400" b="1" u="sng" dirty="0" smtClean="0">
                <a:solidFill>
                  <a:schemeClr val="bg2"/>
                </a:solidFill>
                <a:latin typeface="Calibri" panose="020F0502020204030204" pitchFamily="34" charset="0"/>
              </a:rPr>
              <a:t>solution </a:t>
            </a:r>
            <a:r>
              <a:rPr lang="en-IN" sz="2400" dirty="0" smtClean="0">
                <a:solidFill>
                  <a:schemeClr val="bg2"/>
                </a:solidFill>
                <a:latin typeface="Calibri" panose="020F0502020204030204" pitchFamily="34" charset="0"/>
              </a:rPr>
              <a:t>of environmental problems.</a:t>
            </a:r>
          </a:p>
          <a:p>
            <a:pPr marL="360680" indent="-360680" algn="l">
              <a:buFont typeface="Wingdings" panose="05000000000000000000" pitchFamily="2" charset="2"/>
              <a:buChar char="Ø"/>
              <a:tabLst>
                <a:tab pos="360045" algn="l"/>
              </a:tabLst>
            </a:pPr>
            <a:r>
              <a:rPr lang="en-IN" sz="2400" dirty="0" smtClean="0">
                <a:solidFill>
                  <a:schemeClr val="bg2"/>
                </a:solidFill>
                <a:latin typeface="Calibri" panose="020F0502020204030204" pitchFamily="34" charset="0"/>
              </a:rPr>
              <a:t>The current trend of environmental degradation can be </a:t>
            </a:r>
            <a:r>
              <a:rPr lang="en-IN" sz="2400" b="1" u="sng" dirty="0" smtClean="0">
                <a:solidFill>
                  <a:schemeClr val="bg2"/>
                </a:solidFill>
                <a:latin typeface="Calibri" panose="020F0502020204030204" pitchFamily="34" charset="0"/>
              </a:rPr>
              <a:t>reversed </a:t>
            </a:r>
            <a:r>
              <a:rPr lang="en-IN" sz="2400" dirty="0" smtClean="0">
                <a:solidFill>
                  <a:schemeClr val="bg2"/>
                </a:solidFill>
                <a:latin typeface="Calibri" panose="020F0502020204030204" pitchFamily="34" charset="0"/>
              </a:rPr>
              <a:t>if people of educated communities are organized and empowered.  </a:t>
            </a:r>
          </a:p>
          <a:p>
            <a:pPr marL="360680" indent="-360680" algn="l">
              <a:buFont typeface="Wingdings" panose="05000000000000000000" pitchFamily="2" charset="2"/>
              <a:buChar char="Ø"/>
              <a:tabLst>
                <a:tab pos="360045" algn="l"/>
              </a:tabLst>
            </a:pPr>
            <a:r>
              <a:rPr lang="en-IN" sz="2400" dirty="0" smtClean="0">
                <a:solidFill>
                  <a:schemeClr val="bg2"/>
                </a:solidFill>
                <a:latin typeface="Calibri" panose="020F0502020204030204" pitchFamily="34" charset="0"/>
              </a:rPr>
              <a:t>By knowing this subject we can develop </a:t>
            </a:r>
            <a:r>
              <a:rPr lang="en-IN" sz="2400" b="1" u="sng" dirty="0" smtClean="0">
                <a:solidFill>
                  <a:schemeClr val="bg2"/>
                </a:solidFill>
                <a:latin typeface="Calibri" panose="020F0502020204030204" pitchFamily="34" charset="0"/>
              </a:rPr>
              <a:t>eco-friendly</a:t>
            </a:r>
            <a:r>
              <a:rPr lang="en-IN" sz="2400" dirty="0" smtClean="0">
                <a:solidFill>
                  <a:schemeClr val="bg2"/>
                </a:solidFill>
                <a:latin typeface="Calibri" panose="020F0502020204030204" pitchFamily="34" charset="0"/>
              </a:rPr>
              <a:t> new technologies for various developments which can </a:t>
            </a:r>
            <a:r>
              <a:rPr lang="en-IN" sz="2400" b="1" u="sng" dirty="0" smtClean="0">
                <a:solidFill>
                  <a:schemeClr val="bg2"/>
                </a:solidFill>
                <a:latin typeface="Calibri" panose="020F0502020204030204" pitchFamily="34" charset="0"/>
              </a:rPr>
              <a:t>save </a:t>
            </a:r>
            <a:r>
              <a:rPr lang="en-IN" sz="2400" dirty="0" smtClean="0">
                <a:solidFill>
                  <a:schemeClr val="bg2"/>
                </a:solidFill>
                <a:latin typeface="Calibri" panose="020F0502020204030204" pitchFamily="34" charset="0"/>
              </a:rPr>
              <a:t>the natural resources as well as </a:t>
            </a:r>
            <a:r>
              <a:rPr lang="en-IN" sz="2400" b="1" u="sng" dirty="0" smtClean="0">
                <a:solidFill>
                  <a:schemeClr val="bg2"/>
                </a:solidFill>
                <a:latin typeface="Calibri" panose="020F0502020204030204" pitchFamily="34" charset="0"/>
              </a:rPr>
              <a:t>reduces </a:t>
            </a:r>
            <a:r>
              <a:rPr lang="en-IN" sz="2400" dirty="0" smtClean="0">
                <a:solidFill>
                  <a:schemeClr val="bg2"/>
                </a:solidFill>
                <a:latin typeface="Calibri" panose="020F0502020204030204" pitchFamily="34" charset="0"/>
              </a:rPr>
              <a:t>environmental </a:t>
            </a:r>
            <a:r>
              <a:rPr lang="en-IN" sz="2400" b="1" u="sng" dirty="0" smtClean="0">
                <a:solidFill>
                  <a:schemeClr val="bg2"/>
                </a:solidFill>
                <a:latin typeface="Calibri" panose="020F0502020204030204" pitchFamily="34" charset="0"/>
              </a:rPr>
              <a:t>pollutions</a:t>
            </a:r>
            <a:r>
              <a:rPr lang="en-IN" sz="2400" dirty="0" smtClean="0">
                <a:solidFill>
                  <a:schemeClr val="bg2"/>
                </a:solidFill>
                <a:latin typeface="Calibri" panose="020F0502020204030204" pitchFamily="34" charset="0"/>
              </a:rPr>
              <a:t> and public health impacts.</a:t>
            </a:r>
          </a:p>
          <a:p>
            <a:pPr marL="360680" indent="-360680" algn="l">
              <a:buFont typeface="Wingdings" panose="05000000000000000000" pitchFamily="2" charset="2"/>
              <a:buChar char="Ø"/>
              <a:tabLst>
                <a:tab pos="360045" algn="l"/>
              </a:tabLst>
            </a:pPr>
            <a:r>
              <a:rPr lang="en-IN" sz="2400" dirty="0" smtClean="0">
                <a:solidFill>
                  <a:schemeClr val="bg2"/>
                </a:solidFill>
                <a:latin typeface="Calibri" panose="020F0502020204030204" pitchFamily="34" charset="0"/>
              </a:rPr>
              <a:t>As, the new earth is not discovered till now we have no other option except to </a:t>
            </a:r>
            <a:r>
              <a:rPr lang="en-IN" sz="2400" b="1" u="sng" dirty="0" smtClean="0">
                <a:solidFill>
                  <a:schemeClr val="bg2"/>
                </a:solidFill>
                <a:latin typeface="Calibri" panose="020F0502020204030204" pitchFamily="34" charset="0"/>
              </a:rPr>
              <a:t>maintain </a:t>
            </a:r>
            <a:r>
              <a:rPr lang="en-IN" sz="2400" dirty="0" smtClean="0">
                <a:solidFill>
                  <a:schemeClr val="bg2"/>
                </a:solidFill>
                <a:latin typeface="Calibri" panose="020F0502020204030204" pitchFamily="34" charset="0"/>
              </a:rPr>
              <a:t>the ecological balance on the planet Earth so that the liveable environment should be kept for our future generations.</a:t>
            </a:r>
          </a:p>
          <a:p>
            <a:pPr marL="360680" indent="-360680" algn="l">
              <a:buFont typeface="Wingdings" panose="05000000000000000000" pitchFamily="2" charset="2"/>
              <a:buChar char="Ø"/>
              <a:tabLst>
                <a:tab pos="360045" algn="l"/>
              </a:tabLst>
            </a:pPr>
            <a:r>
              <a:rPr lang="en-IN" sz="2400" dirty="0" smtClean="0">
                <a:solidFill>
                  <a:schemeClr val="bg2"/>
                </a:solidFill>
                <a:latin typeface="Calibri" panose="020F0502020204030204" pitchFamily="34" charset="0"/>
              </a:rPr>
              <a:t>The major </a:t>
            </a:r>
            <a:r>
              <a:rPr lang="en-IN" sz="2400" b="1" u="sng" dirty="0" smtClean="0">
                <a:solidFill>
                  <a:schemeClr val="bg2"/>
                </a:solidFill>
                <a:latin typeface="Calibri" panose="020F0502020204030204" pitchFamily="34" charset="0"/>
              </a:rPr>
              <a:t>areas </a:t>
            </a:r>
            <a:r>
              <a:rPr lang="en-IN" sz="2400" dirty="0" smtClean="0">
                <a:solidFill>
                  <a:schemeClr val="bg2"/>
                </a:solidFill>
                <a:latin typeface="Calibri" panose="020F0502020204030204" pitchFamily="34" charset="0"/>
              </a:rPr>
              <a:t>in which the role of environmental scientists are of vital importance are </a:t>
            </a:r>
            <a:r>
              <a:rPr lang="en-IN" sz="2400" b="1" dirty="0" smtClean="0">
                <a:solidFill>
                  <a:schemeClr val="bg2"/>
                </a:solidFill>
                <a:latin typeface="Calibri" panose="020F0502020204030204" pitchFamily="34" charset="0"/>
              </a:rPr>
              <a:t>natural resources, ecosystems, biodiversity and its conservation</a:t>
            </a:r>
            <a:r>
              <a:rPr lang="en-IN" sz="2400" dirty="0" smtClean="0">
                <a:solidFill>
                  <a:schemeClr val="bg2"/>
                </a:solidFill>
                <a:latin typeface="Calibri" panose="020F0502020204030204" pitchFamily="34" charset="0"/>
              </a:rPr>
              <a:t>, environmental pollution, social issues, human</a:t>
            </a:r>
            <a:r>
              <a:rPr lang="en-US" altLang="en-IN" sz="2400" dirty="0" smtClean="0">
                <a:solidFill>
                  <a:schemeClr val="bg2"/>
                </a:solidFill>
                <a:latin typeface="Calibri" panose="020F0502020204030204" pitchFamily="34" charset="0"/>
              </a:rPr>
              <a:t> </a:t>
            </a:r>
            <a:r>
              <a:rPr lang="en-IN" sz="2400" dirty="0" smtClean="0">
                <a:solidFill>
                  <a:schemeClr val="bg2"/>
                </a:solidFill>
                <a:latin typeface="Calibri" panose="020F0502020204030204" pitchFamily="34" charset="0"/>
              </a:rPr>
              <a:t>population and environment.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2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7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2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Title 1"/>
          <p:cNvSpPr>
            <a:spLocks noGrp="1" noChangeArrowheads="1"/>
          </p:cNvSpPr>
          <p:nvPr>
            <p:ph type="title"/>
          </p:nvPr>
        </p:nvSpPr>
        <p:spPr>
          <a:xfrm>
            <a:off x="1159164" y="462844"/>
            <a:ext cx="8805333" cy="421394"/>
          </a:xfrm>
        </p:spPr>
        <p:txBody>
          <a:bodyPr/>
          <a:lstStyle/>
          <a:p>
            <a:r>
              <a:rPr lang="en-US" b="1" dirty="0" smtClean="0">
                <a:solidFill>
                  <a:srgbClr val="CC33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NEED AND IMPORTANCE OF ENVIRONMENTAL STUDIES:</a:t>
            </a:r>
            <a:r>
              <a:rPr lang="en-US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dirty="0" smtClean="0"/>
          </a:p>
        </p:txBody>
      </p:sp>
      <p:sp>
        <p:nvSpPr>
          <p:cNvPr id="43011" name="Content Placeholder 2"/>
          <p:cNvSpPr>
            <a:spLocks noGrp="1" noChangeArrowheads="1"/>
          </p:cNvSpPr>
          <p:nvPr>
            <p:ph idx="1"/>
          </p:nvPr>
        </p:nvSpPr>
        <p:spPr>
          <a:xfrm>
            <a:off x="737870" y="1138555"/>
            <a:ext cx="10846435" cy="5064125"/>
          </a:xfrm>
        </p:spPr>
        <p:txBody>
          <a:bodyPr/>
          <a:lstStyle/>
          <a:p>
            <a:pPr marL="720725" indent="-360680" algn="just">
              <a:buFont typeface="Arial" panose="020B0604020202020204" pitchFamily="34" charset="0"/>
              <a:buChar char="•"/>
            </a:pPr>
            <a:r>
              <a:rPr lang="en-IN" sz="28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Public awareness.</a:t>
            </a:r>
          </a:p>
          <a:p>
            <a:pPr marL="720725" indent="-360680" algn="just">
              <a:buFont typeface="Arial" panose="020B0604020202020204" pitchFamily="34" charset="0"/>
              <a:buChar char="•"/>
            </a:pPr>
            <a:r>
              <a:rPr lang="en-IN" sz="28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Environment issues being of international importance.</a:t>
            </a:r>
          </a:p>
          <a:p>
            <a:pPr marL="720725" indent="-360680" algn="just">
              <a:buFont typeface="Arial" panose="020B0604020202020204" pitchFamily="34" charset="0"/>
              <a:buChar char="•"/>
            </a:pPr>
            <a:r>
              <a:rPr lang="en-IN" sz="28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Problems cropped in the wake of development.</a:t>
            </a:r>
          </a:p>
          <a:p>
            <a:pPr marL="720725" indent="-360680" algn="just">
              <a:buFont typeface="Arial" panose="020B0604020202020204" pitchFamily="34" charset="0"/>
              <a:buChar char="•"/>
            </a:pPr>
            <a:r>
              <a:rPr lang="en-IN" sz="28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Conserve energy.</a:t>
            </a:r>
          </a:p>
          <a:p>
            <a:pPr marL="720725" indent="-360680" algn="just">
              <a:buFont typeface="Arial" panose="020B0604020202020204" pitchFamily="34" charset="0"/>
              <a:buChar char="•"/>
            </a:pPr>
            <a:r>
              <a:rPr lang="en-IN" sz="28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For an alternative solution.</a:t>
            </a:r>
          </a:p>
          <a:p>
            <a:pPr marL="720725" indent="-360680" algn="just">
              <a:buFont typeface="Arial" panose="020B0604020202020204" pitchFamily="34" charset="0"/>
              <a:buChar char="•"/>
            </a:pPr>
            <a:r>
              <a:rPr lang="en-IN" sz="28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Save species from extinction.</a:t>
            </a:r>
          </a:p>
          <a:p>
            <a:pPr marL="720725" indent="-360680" algn="just">
              <a:buFont typeface="Arial" panose="020B0604020202020204" pitchFamily="34" charset="0"/>
              <a:buChar char="•"/>
            </a:pPr>
            <a:r>
              <a:rPr lang="en-IN" sz="28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Save the natural resources.</a:t>
            </a:r>
          </a:p>
          <a:p>
            <a:pPr marL="720725" indent="-360680" algn="just">
              <a:buFont typeface="Arial" panose="020B0604020202020204" pitchFamily="34" charset="0"/>
              <a:buChar char="•"/>
            </a:pPr>
            <a:r>
              <a:rPr lang="en-IN" sz="28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Reduce the pollution.</a:t>
            </a:r>
          </a:p>
          <a:p>
            <a:pPr marL="720725" indent="-360680" algn="just">
              <a:buFont typeface="Arial" panose="020B0604020202020204" pitchFamily="34" charset="0"/>
              <a:buChar char="•"/>
            </a:pPr>
            <a:r>
              <a:rPr lang="en-IN" sz="28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Wise planning of development.</a:t>
            </a:r>
            <a:endParaRPr lang="en-US" sz="2800" b="1" dirty="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20725" indent="-360680" algn="just">
              <a:buFont typeface="Arial" panose="020B0604020202020204" pitchFamily="34" charset="0"/>
              <a:buChar char="•"/>
            </a:pPr>
            <a:r>
              <a:rPr lang="en-US" sz="28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Sustainable development</a:t>
            </a:r>
            <a:endParaRPr lang="en-IN" sz="2800" b="1" dirty="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endParaRPr lang="en-IN" sz="2800" b="1" dirty="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430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430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500"/>
                                        <p:tgtEl>
                                          <p:spTgt spid="430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2" dur="500"/>
                                        <p:tgtEl>
                                          <p:spTgt spid="430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7" dur="500"/>
                                        <p:tgtEl>
                                          <p:spTgt spid="430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2" dur="500"/>
                                        <p:tgtEl>
                                          <p:spTgt spid="430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7" dur="500"/>
                                        <p:tgtEl>
                                          <p:spTgt spid="430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2" dur="500"/>
                                        <p:tgtEl>
                                          <p:spTgt spid="4301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7" dur="500"/>
                                        <p:tgtEl>
                                          <p:spTgt spid="4301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52" dur="500"/>
                                        <p:tgtEl>
                                          <p:spTgt spid="4301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Title 1"/>
          <p:cNvSpPr>
            <a:spLocks noGrp="1" noChangeArrowheads="1"/>
          </p:cNvSpPr>
          <p:nvPr>
            <p:ph type="title"/>
          </p:nvPr>
        </p:nvSpPr>
        <p:spPr>
          <a:xfrm>
            <a:off x="1158559" y="428976"/>
            <a:ext cx="6016978" cy="342371"/>
          </a:xfrm>
        </p:spPr>
        <p:txBody>
          <a:bodyPr/>
          <a:lstStyle/>
          <a:p>
            <a:r>
              <a:rPr lang="en-US" sz="3200" b="1" dirty="0" smtClean="0">
                <a:ln w="1905"/>
                <a:solidFill>
                  <a:srgbClr val="CC3300"/>
                </a:soli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</a:rPr>
              <a:t>SEGMENTS OF ENVIRONMENT</a:t>
            </a:r>
            <a:br>
              <a:rPr lang="en-US" sz="3200" b="1" dirty="0" smtClean="0">
                <a:ln w="1905"/>
                <a:solidFill>
                  <a:srgbClr val="CC3300"/>
                </a:soli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</a:rPr>
            </a:br>
            <a:endParaRPr lang="en-IN" sz="3200" dirty="0" smtClean="0"/>
          </a:p>
        </p:txBody>
      </p:sp>
      <p:grpSp>
        <p:nvGrpSpPr>
          <p:cNvPr id="4" name="Content Placeholder 3"/>
          <p:cNvGrpSpPr>
            <a:grpSpLocks noGrp="1"/>
          </p:cNvGrpSpPr>
          <p:nvPr/>
        </p:nvGrpSpPr>
        <p:grpSpPr>
          <a:xfrm>
            <a:off x="609600" y="943033"/>
            <a:ext cx="11079480" cy="5419725"/>
            <a:chOff x="-1" y="99083"/>
            <a:chExt cx="9227561" cy="7477648"/>
          </a:xfrm>
        </p:grpSpPr>
        <p:pic>
          <p:nvPicPr>
            <p:cNvPr id="5" name="Picture 2" descr="http://upload.wikimedia.org/wikipedia/commons/c/cd/Atmosphere-Biosphere-Hydrosphere-Lithosphere.png"/>
            <p:cNvPicPr>
              <a:picLocks noChangeAspect="1" noChangeArrowheads="1"/>
            </p:cNvPicPr>
            <p:nvPr/>
          </p:nvPicPr>
          <p:blipFill>
            <a:blip r:embed="rId2"/>
            <a:srcRect/>
            <a:stretch>
              <a:fillRect/>
            </a:stretch>
          </p:blipFill>
          <p:spPr bwMode="auto">
            <a:xfrm>
              <a:off x="-1" y="99083"/>
              <a:ext cx="9144001" cy="7477648"/>
            </a:xfrm>
            <a:prstGeom prst="rect">
              <a:avLst/>
            </a:prstGeom>
            <a:noFill/>
          </p:spPr>
        </p:pic>
        <p:sp>
          <p:nvSpPr>
            <p:cNvPr id="6" name="TextBox 5"/>
            <p:cNvSpPr txBox="1"/>
            <p:nvPr/>
          </p:nvSpPr>
          <p:spPr>
            <a:xfrm>
              <a:off x="24327" y="379440"/>
              <a:ext cx="5538758" cy="97511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just"/>
              <a:r>
                <a:rPr lang="en-US" sz="2000" b="1" dirty="0">
                  <a:solidFill>
                    <a:srgbClr val="00206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The </a:t>
              </a:r>
              <a:r>
                <a:rPr lang="en-US" sz="2000" b="1" i="1" u="sng" dirty="0">
                  <a:solidFill>
                    <a:srgbClr val="00206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atmosphere</a:t>
              </a:r>
              <a:r>
                <a:rPr lang="en-US" sz="2000" b="1" dirty="0">
                  <a:solidFill>
                    <a:srgbClr val="00206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is composed of nitrogen and oxygen. Besides, argon, carbon dioxide, and </a:t>
              </a:r>
              <a:r>
                <a:rPr lang="en-US" sz="2000" b="1" dirty="0" smtClean="0">
                  <a:solidFill>
                    <a:srgbClr val="00206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other trace </a:t>
              </a:r>
              <a:r>
                <a:rPr lang="en-US" sz="2000" b="1" dirty="0">
                  <a:solidFill>
                    <a:srgbClr val="00206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gases</a:t>
              </a:r>
              <a:r>
                <a:rPr lang="en-US" sz="2000" b="1" dirty="0" smtClean="0">
                  <a:solidFill>
                    <a:srgbClr val="00206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.</a:t>
              </a:r>
              <a:endParaRPr lang="en-US" sz="2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6810769" y="2415730"/>
              <a:ext cx="2416791" cy="284510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b="1" i="1" u="sng" dirty="0">
                  <a:solidFill>
                    <a:srgbClr val="00206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Hydrosphere</a:t>
              </a:r>
              <a:r>
                <a:rPr lang="en-US" sz="2000" b="1" dirty="0">
                  <a:solidFill>
                    <a:srgbClr val="00206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:</a:t>
              </a:r>
              <a:r>
                <a:rPr lang="en-US" b="1" dirty="0">
                  <a:solidFill>
                    <a:srgbClr val="00206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The Hydrosphere comprises all types of water resources oceans, seas, lakes, rivers, streams, reservoir, polar icecaps, glaciers, and ground water</a:t>
              </a:r>
              <a:r>
                <a:rPr lang="en-US" b="1" dirty="0" smtClean="0">
                  <a:solidFill>
                    <a:srgbClr val="00206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.</a:t>
              </a:r>
              <a:endParaRPr lang="en-US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-1" y="1946045"/>
              <a:ext cx="2551281" cy="293930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b="1" i="1" u="sng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Biosphere</a:t>
              </a:r>
              <a:r>
                <a:rPr lang="en-US" sz="2000" b="1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:</a:t>
              </a:r>
              <a:r>
                <a:rPr lang="en-US" b="1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Biosphere indicates the realm of living organisms and their</a:t>
              </a:r>
            </a:p>
            <a:p>
              <a:pPr algn="ctr"/>
              <a:r>
                <a:rPr lang="en-US" b="1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interactions with environment, viz atmosphere, hydrosphere and lithosphere. </a:t>
              </a:r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3320186" y="5115722"/>
              <a:ext cx="3299033" cy="20790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just"/>
              <a:r>
                <a:rPr lang="en-US" sz="2000" b="1" i="1" u="sng" dirty="0">
                  <a:solidFill>
                    <a:srgbClr val="0033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Lithosphere</a:t>
              </a:r>
              <a:r>
                <a:rPr lang="en-US" sz="2000" b="1" dirty="0">
                  <a:solidFill>
                    <a:srgbClr val="0033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:</a:t>
              </a:r>
              <a:r>
                <a:rPr lang="en-US" b="1" dirty="0">
                  <a:solidFill>
                    <a:srgbClr val="0033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Lithosphere is the outer mantle of the solid earth. It consists of minerals occurring in the earth’s crusts and the soil e.g. minerals, organic matter, air and water. 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516255" y="856615"/>
            <a:ext cx="7232650" cy="45231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2400" b="1" u="sng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Atmosphere</a:t>
            </a:r>
            <a:r>
              <a:rPr lang="en-US" sz="24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sz="24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atmosphere implies the protective blanket of gases, surrounding the earth:</a:t>
            </a:r>
          </a:p>
          <a:p>
            <a:pPr marL="450850" indent="-450850" algn="l"/>
            <a:r>
              <a:rPr lang="en-US" sz="24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(a) It sustains life on the earth.</a:t>
            </a:r>
          </a:p>
          <a:p>
            <a:pPr marL="450850" indent="-450850" algn="l"/>
            <a:r>
              <a:rPr lang="en-US" sz="24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(b) It saves it from the hostile environment of outer space.</a:t>
            </a:r>
          </a:p>
          <a:p>
            <a:pPr marL="450850" indent="-450850" algn="l"/>
            <a:r>
              <a:rPr lang="en-US" sz="24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(c) It absorbs most of the </a:t>
            </a:r>
            <a:r>
              <a:rPr lang="en-US" sz="24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cosmic rays</a:t>
            </a:r>
            <a:r>
              <a:rPr lang="en-US" sz="24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from outer space and a major portion of the </a:t>
            </a:r>
            <a:r>
              <a:rPr lang="en-US" sz="24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electromagnetic radiation</a:t>
            </a:r>
            <a:r>
              <a:rPr lang="en-US" sz="24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from the sun.</a:t>
            </a:r>
          </a:p>
          <a:p>
            <a:pPr marL="450850" indent="-450850" algn="l"/>
            <a:r>
              <a:rPr lang="en-US" sz="24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(d) It transmits only here ultraviolet, visible, near infrared radiation  (300 to 2500 nm) and  radio waves. (0.14 to 40 m) while filtering out tissue-damaging ultra violate waves below about 300 nm.</a:t>
            </a:r>
          </a:p>
        </p:txBody>
      </p:sp>
      <p:sp>
        <p:nvSpPr>
          <p:cNvPr id="6" name="Title 1"/>
          <p:cNvSpPr>
            <a:spLocks noGrp="1" noChangeArrowheads="1"/>
          </p:cNvSpPr>
          <p:nvPr>
            <p:ph type="title"/>
          </p:nvPr>
        </p:nvSpPr>
        <p:spPr>
          <a:xfrm>
            <a:off x="1345070" y="428976"/>
            <a:ext cx="6016978" cy="342371"/>
          </a:xfrm>
        </p:spPr>
        <p:txBody>
          <a:bodyPr/>
          <a:lstStyle/>
          <a:p>
            <a:r>
              <a:rPr lang="en-US" sz="3200" b="1" dirty="0" smtClean="0">
                <a:ln w="1905"/>
                <a:solidFill>
                  <a:srgbClr val="CC3300"/>
                </a:soli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</a:rPr>
              <a:t>SEGMENTS OF ENVIRONMENT</a:t>
            </a:r>
            <a:br>
              <a:rPr lang="en-US" sz="3200" b="1" dirty="0" smtClean="0">
                <a:ln w="1905"/>
                <a:solidFill>
                  <a:srgbClr val="CC3300"/>
                </a:soli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</a:rPr>
            </a:br>
            <a:endParaRPr lang="en-IN" sz="3200" dirty="0" smtClean="0"/>
          </a:p>
        </p:txBody>
      </p:sp>
      <p:pic>
        <p:nvPicPr>
          <p:cNvPr id="71686" name="Picture 6" descr="Layers of earth atmosphere poster Royalty Free Vector Image"/>
          <p:cNvPicPr>
            <a:picLocks noChangeAspect="1" noChangeArrowheads="1"/>
          </p:cNvPicPr>
          <p:nvPr/>
        </p:nvPicPr>
        <p:blipFill>
          <a:blip r:embed="rId2" cstate="print"/>
          <a:srcRect t="4838" b="9231"/>
          <a:stretch>
            <a:fillRect/>
          </a:stretch>
        </p:blipFill>
        <p:spPr bwMode="auto">
          <a:xfrm>
            <a:off x="7731125" y="1009015"/>
            <a:ext cx="3924300" cy="4968240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2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7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613410" y="1179830"/>
            <a:ext cx="10971530" cy="48926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400" b="1" u="sng" dirty="0" smtClean="0">
                <a:solidFill>
                  <a:srgbClr val="CC33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Hydrosphere</a:t>
            </a:r>
            <a:r>
              <a:rPr lang="en-US" sz="2400" u="sng" dirty="0" smtClean="0">
                <a:solidFill>
                  <a:srgbClr val="CC33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Hydrosphere comprises all types of </a:t>
            </a:r>
            <a:r>
              <a:rPr lang="en-US" sz="24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water resources</a:t>
            </a:r>
            <a:r>
              <a:rPr lang="en-US" sz="24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dirty="0" smtClean="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oceans, seas, lakes, rivers, streams, reservoir, polar icecaps, glaciers, and ground water</a:t>
            </a:r>
            <a:r>
              <a:rPr lang="en-US" sz="24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71 % of earth area is covered by water.</a:t>
            </a:r>
          </a:p>
          <a:p>
            <a:pPr algn="just"/>
            <a:r>
              <a:rPr lang="en-US" sz="24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2400" dirty="0" err="1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sz="24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 Nature 97% of the earth’s water supply is in the oceans,</a:t>
            </a:r>
          </a:p>
          <a:p>
            <a:pPr algn="just"/>
            <a:r>
              <a:rPr lang="en-US" sz="24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(ii) About 2% of the water resources is locked in the polar icecaps and glaciers.</a:t>
            </a:r>
          </a:p>
          <a:p>
            <a:pPr algn="just"/>
            <a:r>
              <a:rPr lang="en-US" sz="24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(iii) Only about 1% is available as fresh surface water-rivers, lakes streams, and ground water fit to be used for human consumption   and other uses.</a:t>
            </a:r>
          </a:p>
          <a:p>
            <a:pPr algn="just"/>
            <a:endParaRPr lang="en-US" sz="1200" dirty="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2400" b="1" u="sng" dirty="0" smtClean="0">
                <a:solidFill>
                  <a:srgbClr val="0033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Lithosphere: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Lithosphere is the </a:t>
            </a:r>
            <a:r>
              <a:rPr lang="en-US" sz="24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outer mantle of the solid earth</a:t>
            </a:r>
            <a:r>
              <a:rPr lang="en-US" sz="24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It consists of </a:t>
            </a:r>
            <a:r>
              <a:rPr lang="en-US" sz="24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minerals</a:t>
            </a:r>
            <a:r>
              <a:rPr lang="en-US" sz="24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occurring in the earth’s crusts and the soil e.g. minerals, organic matter, air and water. </a:t>
            </a:r>
          </a:p>
          <a:p>
            <a:pPr algn="just"/>
            <a:endParaRPr lang="en-US" sz="1200" dirty="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2400" b="1" u="sng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Biosphere:</a:t>
            </a:r>
            <a:r>
              <a:rPr lang="en-US" sz="24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Biosphere indicates the realm of living organisms and their interactions with environment, </a:t>
            </a:r>
            <a:r>
              <a:rPr lang="en-US" sz="2400" dirty="0" err="1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viz</a:t>
            </a:r>
            <a:r>
              <a:rPr lang="en-US" sz="24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atmosphere, hydrosphere and lithosphere. </a:t>
            </a:r>
          </a:p>
        </p:txBody>
      </p:sp>
      <p:sp>
        <p:nvSpPr>
          <p:cNvPr id="6" name="Title 1"/>
          <p:cNvSpPr>
            <a:spLocks noGrp="1" noChangeArrowheads="1"/>
          </p:cNvSpPr>
          <p:nvPr>
            <p:ph type="title"/>
          </p:nvPr>
        </p:nvSpPr>
        <p:spPr>
          <a:xfrm>
            <a:off x="1185339" y="428976"/>
            <a:ext cx="6016978" cy="342371"/>
          </a:xfrm>
        </p:spPr>
        <p:txBody>
          <a:bodyPr/>
          <a:lstStyle/>
          <a:p>
            <a:r>
              <a:rPr lang="en-US" sz="3200" b="1" dirty="0" smtClean="0">
                <a:ln w="1905"/>
                <a:solidFill>
                  <a:srgbClr val="CC3300"/>
                </a:soli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</a:rPr>
              <a:t>SEGMENTS OF ENVIRONMENT</a:t>
            </a:r>
            <a:br>
              <a:rPr lang="en-US" sz="3200" b="1" dirty="0" smtClean="0">
                <a:ln w="1905"/>
                <a:solidFill>
                  <a:srgbClr val="CC3300"/>
                </a:soli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</a:rPr>
            </a:br>
            <a:endParaRPr lang="en-IN" sz="32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2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7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2" dur="5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8398" y="294200"/>
            <a:ext cx="2327246" cy="590400"/>
          </a:xfrm>
        </p:spPr>
        <p:txBody>
          <a:bodyPr/>
          <a:lstStyle/>
          <a:p>
            <a:r>
              <a:rPr lang="en-IN" sz="3200" b="1" dirty="0" smtClean="0">
                <a:solidFill>
                  <a:schemeClr val="bg2"/>
                </a:solidFill>
              </a:rPr>
              <a:t>Revision</a:t>
            </a:r>
            <a:endParaRPr lang="en-IN" sz="3200" b="1" dirty="0">
              <a:solidFill>
                <a:schemeClr val="bg2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19562" y="1013225"/>
            <a:ext cx="7044266" cy="4292036"/>
          </a:xfrm>
        </p:spPr>
        <p:txBody>
          <a:bodyPr/>
          <a:lstStyle/>
          <a:p>
            <a:r>
              <a:rPr lang="en-IN" sz="3000" b="1" dirty="0" smtClean="0">
                <a:solidFill>
                  <a:srgbClr val="002060"/>
                </a:solidFill>
              </a:rPr>
              <a:t>What we have leaned today?</a:t>
            </a:r>
          </a:p>
          <a:p>
            <a:pPr>
              <a:buNone/>
            </a:pPr>
            <a:endParaRPr lang="en-IN" sz="500" dirty="0" smtClean="0">
              <a:solidFill>
                <a:srgbClr val="002060"/>
              </a:solidFill>
            </a:endParaRPr>
          </a:p>
          <a:p>
            <a:pPr marL="897255" lvl="0"/>
            <a:r>
              <a:rPr lang="en-IN" sz="3000" dirty="0" smtClean="0">
                <a:solidFill>
                  <a:srgbClr val="002060"/>
                </a:solidFill>
              </a:rPr>
              <a:t>Environment its definition and scope.</a:t>
            </a:r>
          </a:p>
          <a:p>
            <a:pPr marL="897255" lvl="0"/>
            <a:r>
              <a:rPr lang="en-IN" sz="3000" dirty="0" smtClean="0">
                <a:solidFill>
                  <a:srgbClr val="002060"/>
                </a:solidFill>
              </a:rPr>
              <a:t>Types of environment.</a:t>
            </a:r>
          </a:p>
          <a:p>
            <a:pPr marL="897255" lvl="0"/>
            <a:r>
              <a:rPr lang="en-IN" sz="3000" dirty="0" smtClean="0">
                <a:solidFill>
                  <a:srgbClr val="002060"/>
                </a:solidFill>
              </a:rPr>
              <a:t>Structure of environment.</a:t>
            </a:r>
          </a:p>
          <a:p>
            <a:pPr marL="897255" lvl="0"/>
            <a:r>
              <a:rPr lang="en-IN" sz="3000" dirty="0" smtClean="0">
                <a:solidFill>
                  <a:srgbClr val="002060"/>
                </a:solidFill>
              </a:rPr>
              <a:t>Needs and importance of environment.</a:t>
            </a:r>
          </a:p>
          <a:p>
            <a:pPr marL="897255" lvl="0"/>
            <a:r>
              <a:rPr lang="en-IN" sz="3000" dirty="0" smtClean="0">
                <a:solidFill>
                  <a:srgbClr val="002060"/>
                </a:solidFill>
              </a:rPr>
              <a:t>Segments of environment.</a:t>
            </a:r>
          </a:p>
          <a:p>
            <a:pPr>
              <a:buNone/>
            </a:pPr>
            <a:r>
              <a:rPr lang="en-IN" sz="3000" dirty="0" smtClean="0">
                <a:solidFill>
                  <a:srgbClr val="002060"/>
                </a:solidFill>
              </a:rPr>
              <a:t> 			</a:t>
            </a:r>
            <a:endParaRPr lang="en-IN" sz="3000" b="1" dirty="0">
              <a:solidFill>
                <a:srgbClr val="002060"/>
              </a:solidFill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Title 3"/>
          <p:cNvSpPr>
            <a:spLocks noGrp="1" noChangeArrowheads="1"/>
          </p:cNvSpPr>
          <p:nvPr>
            <p:ph type="title"/>
          </p:nvPr>
        </p:nvSpPr>
        <p:spPr>
          <a:xfrm>
            <a:off x="1490133" y="474132"/>
            <a:ext cx="4165600" cy="410105"/>
          </a:xfrm>
        </p:spPr>
        <p:txBody>
          <a:bodyPr/>
          <a:lstStyle/>
          <a:p>
            <a:r>
              <a:rPr lang="en-IN" sz="28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605790" y="1076325"/>
            <a:ext cx="10876915" cy="41541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 algn="l">
              <a:buFont typeface="+mj-lt"/>
              <a:buAutoNum type="arabicPeriod"/>
            </a:pPr>
            <a:r>
              <a:rPr lang="en-IN" sz="2400" dirty="0" smtClean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Dr </a:t>
            </a:r>
            <a:r>
              <a:rPr lang="en-IN" sz="2400" dirty="0" err="1" smtClean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Prabhu</a:t>
            </a:r>
            <a:r>
              <a:rPr lang="en-IN" sz="2400" dirty="0" smtClean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400" dirty="0" err="1" smtClean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Prasadini</a:t>
            </a:r>
            <a:r>
              <a:rPr lang="en-IN" sz="2400" dirty="0" smtClean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and Dr G. </a:t>
            </a:r>
            <a:r>
              <a:rPr lang="en-IN" sz="2400" dirty="0" err="1" smtClean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Swarajya</a:t>
            </a:r>
            <a:r>
              <a:rPr lang="en-IN" sz="2400" dirty="0" smtClean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400" dirty="0" err="1" smtClean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Lakshmi</a:t>
            </a:r>
            <a:r>
              <a:rPr lang="en-IN" sz="2400" dirty="0" smtClean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ENVIRONMENTAL SCIENCE, BIRM 301 Study Material.</a:t>
            </a:r>
          </a:p>
          <a:p>
            <a:pPr marL="457200" indent="-457200" algn="l">
              <a:buFont typeface="+mj-lt"/>
              <a:buAutoNum type="arabicPeriod"/>
            </a:pPr>
            <a:r>
              <a:rPr lang="en-IN" sz="2400" dirty="0" smtClean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Dr. Y. K. Singh, 2006. Environmental Science. NEW AGE INTERNATIONAL (P) LIMITED, PUBLISHERS, New Delhi, India.</a:t>
            </a:r>
          </a:p>
          <a:p>
            <a:pPr marL="457200" indent="-457200" algn="l">
              <a:buFont typeface="+mj-lt"/>
              <a:buAutoNum type="arabicPeriod"/>
            </a:pPr>
            <a:r>
              <a:rPr lang="en-IN" sz="2400" dirty="0" smtClean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Rokonuzzaman M. S., 2014. Types of Environment, Department of Geology and Environment, Dhaka, Bangladesh.</a:t>
            </a:r>
          </a:p>
          <a:p>
            <a:pPr marL="457200" indent="-457200" algn="l">
              <a:buFont typeface="+mj-lt"/>
              <a:buAutoNum type="arabicPeriod"/>
            </a:pPr>
            <a:r>
              <a:rPr lang="en-IN" sz="2400" dirty="0" smtClean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Prof. </a:t>
            </a:r>
            <a:r>
              <a:rPr lang="en-IN" sz="2400" dirty="0" err="1" smtClean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Erach</a:t>
            </a:r>
            <a:r>
              <a:rPr lang="en-IN" sz="2400" dirty="0" smtClean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400" dirty="0" err="1" smtClean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Bharucha</a:t>
            </a:r>
            <a:r>
              <a:rPr lang="en-IN" sz="2400" dirty="0" smtClean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2004. Textbook for Environmental Studies. University Grants Commission, New Delhi. India.</a:t>
            </a:r>
          </a:p>
          <a:p>
            <a:pPr marL="457200" indent="-457200" algn="l">
              <a:buFont typeface="+mj-lt"/>
              <a:buAutoNum type="arabicPeriod"/>
            </a:pPr>
            <a:r>
              <a:rPr lang="en-IN" sz="2400" dirty="0" smtClean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Michael </a:t>
            </a:r>
            <a:r>
              <a:rPr lang="en-IN" sz="2400" dirty="0" err="1" smtClean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Aaleby</a:t>
            </a:r>
            <a:r>
              <a:rPr lang="en-IN" sz="2400" dirty="0" smtClean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2000. Basics of Environmental science, 2</a:t>
            </a:r>
            <a:r>
              <a:rPr lang="en-IN" sz="2400" baseline="30000" dirty="0" smtClean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nd</a:t>
            </a:r>
            <a:r>
              <a:rPr lang="en-IN" sz="2400" dirty="0" smtClean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Edition, Taylor &amp; Francis Group, New York.</a:t>
            </a:r>
          </a:p>
          <a:p>
            <a:pPr marL="457200" indent="-457200" algn="l">
              <a:buFont typeface="+mj-lt"/>
              <a:buAutoNum type="arabicPeriod"/>
            </a:pPr>
            <a:r>
              <a:rPr lang="en-IN" sz="2400" dirty="0" smtClean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  <a:hlinkClick r:id="rId2"/>
              </a:rPr>
              <a:t>www.vectorstock.com</a:t>
            </a:r>
            <a:r>
              <a:rPr lang="en-IN" sz="2400" dirty="0" smtClean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Accessed on 02/07/2020.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/>
          <p:cNvGrpSpPr/>
          <p:nvPr/>
        </p:nvGrpSpPr>
        <p:grpSpPr>
          <a:xfrm>
            <a:off x="522069" y="293510"/>
            <a:ext cx="10462020" cy="5881823"/>
            <a:chOff x="522069" y="293510"/>
            <a:chExt cx="10462020" cy="5881823"/>
          </a:xfrm>
        </p:grpSpPr>
        <p:pic>
          <p:nvPicPr>
            <p:cNvPr id="5" name="Picture 4" descr="ShowLetter3"/>
            <p:cNvPicPr>
              <a:picLocks noChangeAspect="1" noChangeArrowheads="1" noCrop="1"/>
            </p:cNvPicPr>
            <p:nvPr/>
          </p:nvPicPr>
          <p:blipFill>
            <a:blip r:embed="rId2"/>
            <a:srcRect/>
            <a:stretch>
              <a:fillRect/>
            </a:stretch>
          </p:blipFill>
          <p:spPr bwMode="auto">
            <a:xfrm>
              <a:off x="522069" y="293510"/>
              <a:ext cx="10462020" cy="588182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6" name="Text Box 5"/>
            <p:cNvSpPr txBox="1">
              <a:spLocks noChangeArrowheads="1"/>
            </p:cNvSpPr>
            <p:nvPr/>
          </p:nvSpPr>
          <p:spPr bwMode="auto">
            <a:xfrm>
              <a:off x="3659506" y="1061156"/>
              <a:ext cx="5694080" cy="64135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squar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sz="3600" b="1" dirty="0">
                  <a:solidFill>
                    <a:srgbClr val="FFFF99"/>
                  </a:solidFill>
                  <a:latin typeface="Comic Sans MS" panose="030F0702030302020204" pitchFamily="66" charset="0"/>
                </a:rPr>
                <a:t>THANK YOU ALL</a:t>
              </a:r>
            </a:p>
          </p:txBody>
        </p:sp>
        <p:sp>
          <p:nvSpPr>
            <p:cNvPr id="7" name="Rectangle 6"/>
            <p:cNvSpPr/>
            <p:nvPr/>
          </p:nvSpPr>
          <p:spPr>
            <a:xfrm>
              <a:off x="3659506" y="1998133"/>
              <a:ext cx="4294765" cy="923330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n-US" sz="5400" b="1" cap="none" spc="0" dirty="0" smtClean="0">
                  <a:ln w="1905"/>
                  <a:solidFill>
                    <a:srgbClr val="FF9900"/>
                  </a:solidFill>
                  <a:effectLst>
                    <a:innerShdw blurRad="69850" dist="43180" dir="5400000">
                      <a:srgbClr val="000000">
                        <a:alpha val="65000"/>
                      </a:srgbClr>
                    </a:innerShdw>
                  </a:effectLst>
                </a:rPr>
                <a:t>HAVE A NICE DAY</a:t>
              </a:r>
              <a:endParaRPr lang="en-US" sz="5400" b="1" cap="none" spc="0" dirty="0">
                <a:ln w="1905"/>
                <a:solidFill>
                  <a:srgbClr val="FF9900"/>
                </a:soli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</a:endParaRPr>
            </a:p>
          </p:txBody>
        </p:sp>
      </p:grpSp>
      <p:sp>
        <p:nvSpPr>
          <p:cNvPr id="8" name="Text Box 5"/>
          <p:cNvSpPr txBox="1">
            <a:spLocks noChangeArrowheads="1"/>
          </p:cNvSpPr>
          <p:nvPr/>
        </p:nvSpPr>
        <p:spPr bwMode="auto">
          <a:xfrm>
            <a:off x="3659506" y="5102578"/>
            <a:ext cx="4846672" cy="64135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US" sz="3600" b="1" dirty="0" smtClean="0">
                <a:solidFill>
                  <a:srgbClr val="FFFF99"/>
                </a:solidFill>
                <a:latin typeface="Comic Sans MS" panose="030F0702030302020204" pitchFamily="66" charset="0"/>
              </a:rPr>
              <a:t>HAPPY LEARNING</a:t>
            </a:r>
            <a:endParaRPr lang="en-US" sz="3600" b="1" dirty="0">
              <a:solidFill>
                <a:srgbClr val="FFFF99"/>
              </a:solidFill>
              <a:latin typeface="Comic Sans MS" panose="030F0702030302020204" pitchFamily="66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MSBTE PPT Template 3">
  <a:themeElements>
    <a:clrScheme name="Custom 8">
      <a:dk1>
        <a:srgbClr val="FFFFFF"/>
      </a:dk1>
      <a:lt1>
        <a:srgbClr val="2E2E38"/>
      </a:lt1>
      <a:dk2>
        <a:srgbClr val="FFE600"/>
      </a:dk2>
      <a:lt2>
        <a:srgbClr val="000000"/>
      </a:lt2>
      <a:accent1>
        <a:srgbClr val="2DB757"/>
      </a:accent1>
      <a:accent2>
        <a:srgbClr val="27ACAA"/>
      </a:accent2>
      <a:accent3>
        <a:srgbClr val="188CE5"/>
      </a:accent3>
      <a:accent4>
        <a:srgbClr val="3D108A"/>
      </a:accent4>
      <a:accent5>
        <a:srgbClr val="FF4136"/>
      </a:accent5>
      <a:accent6>
        <a:srgbClr val="FF6D00"/>
      </a:accent6>
      <a:hlink>
        <a:srgbClr val="0000FF"/>
      </a:hlink>
      <a:folHlink>
        <a:srgbClr val="800080"/>
      </a:folHlink>
    </a:clrScheme>
    <a:fontScheme name="Custom 1">
      <a:majorFont>
        <a:latin typeface="EYInterstate Light"/>
        <a:ea typeface=""/>
        <a:cs typeface=""/>
      </a:majorFont>
      <a:minorFont>
        <a:latin typeface="EYInterstate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noFill/>
        <a:ln w="9525">
          <a:solidFill>
            <a:schemeClr val="accent1"/>
          </a:solidFill>
        </a:ln>
      </a:spPr>
      <a:bodyPr rtlCol="0" anchor="t" anchorCtr="0"/>
      <a:lstStyle>
        <a:defPPr algn="ctr">
          <a:defRPr sz="1200" dirty="0">
            <a:solidFill>
              <a:schemeClr val="tx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9525">
          <a:solidFill>
            <a:schemeClr val="accent1"/>
          </a:solidFill>
          <a:tailEnd type="non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none" lIns="0" tIns="36576" rIns="0" bIns="0" rtlCol="0">
        <a:spAutoFit/>
      </a:bodyPr>
      <a:lstStyle>
        <a:defPPr marL="356870" indent="-356870">
          <a:lnSpc>
            <a:spcPct val="85000"/>
          </a:lnSpc>
          <a:spcAft>
            <a:spcPts val="600"/>
          </a:spcAft>
          <a:buClr>
            <a:schemeClr val="accent2"/>
          </a:buClr>
          <a:buSzPct val="70000"/>
          <a:buFont typeface="Arial" panose="020B0604020202020204" pitchFamily="34" charset="0"/>
          <a:buChar char="►"/>
          <a:defRPr sz="1200" dirty="0" err="1" smtClean="0">
            <a:solidFill>
              <a:schemeClr val="bg1"/>
            </a:solidFill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MSBTE PPT Template 3</Template>
  <TotalTime>0</TotalTime>
  <Words>1177</Words>
  <Application>Microsoft Office PowerPoint</Application>
  <PresentationFormat>Custom</PresentationFormat>
  <Paragraphs>116</Paragraphs>
  <Slides>16</Slides>
  <Notes>3</Notes>
  <HiddenSlides>3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7" baseType="lpstr">
      <vt:lpstr>MSBTE PPT Template 3</vt:lpstr>
      <vt:lpstr>PowerPoint Presentation</vt:lpstr>
      <vt:lpstr>Course- ENVIRONMENTAL STUDIES Course Code – 22447   CO-a: Develop Public Awareness               about Environment.   Unit Outcome- UO 1a,1b, and 1c</vt:lpstr>
      <vt:lpstr>What we will learn today </vt:lpstr>
      <vt:lpstr>Learning Objective/ Key learning</vt:lpstr>
      <vt:lpstr>Concept Map of Environment</vt:lpstr>
      <vt:lpstr>UNIT 1: ENVIRONMENT</vt:lpstr>
      <vt:lpstr>Types of Environment</vt:lpstr>
      <vt:lpstr>STRUCTURE OF ENVIRONMENT :</vt:lpstr>
      <vt:lpstr>SCOPE OF ENVIRONMENTAL STUDIES</vt:lpstr>
      <vt:lpstr>NEED AND IMPORTANCE OF ENVIRONMENTAL STUDIES: </vt:lpstr>
      <vt:lpstr>SEGMENTS OF ENVIRONMENT </vt:lpstr>
      <vt:lpstr>SEGMENTS OF ENVIRONMENT </vt:lpstr>
      <vt:lpstr>SEGMENTS OF ENVIRONMENT </vt:lpstr>
      <vt:lpstr>Revision</vt:lpstr>
      <vt:lpstr>References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cp:lastModifiedBy/>
  <cp:revision>8</cp:revision>
  <dcterms:created xsi:type="dcterms:W3CDTF">2020-07-03T14:53:00Z</dcterms:created>
  <dcterms:modified xsi:type="dcterms:W3CDTF">2023-06-28T22:31:17Z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246296DA01794CD480A674BD697A5D68</vt:lpwstr>
  </property>
  <property fmtid="{D5CDD505-2E9C-101B-9397-08002B2CF9AE}" pid="3" name="KSOProductBuildVer">
    <vt:lpwstr>1033-11.2.0.11254</vt:lpwstr>
  </property>
</Properties>
</file>